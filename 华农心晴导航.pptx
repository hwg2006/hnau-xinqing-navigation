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7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2" r:id="rId13"/>
    <p:sldId id="267" r:id="rId14"/>
    <p:sldId id="268" r:id="rId15"/>
    <p:sldId id="269" r:id="rId16"/>
    <p:sldId id="271" r:id="rId17"/>
  </p:sldIdLst>
  <p:sldSz cx="12192000" cy="6858000"/>
  <p:notesSz cx="7103745" cy="10234295"/>
  <p:embeddedFontLst>
    <p:embeddedFont>
      <p:font typeface="微软雅黑" panose="020B0503020204020204" charset="-122"/>
      <p:regular r:id="rId23"/>
    </p:embeddedFont>
    <p:embeddedFont>
      <p:font typeface="Calibri" panose="020F0502020204030204" charset="0"/>
      <p:regular r:id="rId24"/>
      <p:bold r:id="rId25"/>
      <p:italic r:id="rId26"/>
      <p:boldItalic r:id="rId27"/>
    </p:embeddedFont>
    <p:embeddedFont>
      <p:font typeface="华康行楷体 W5" panose="03000509000000000000" charset="-122"/>
      <p:regular r:id="rId28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7" userDrawn="1">
          <p15:clr>
            <a:srgbClr val="A4A3A4"/>
          </p15:clr>
        </p15:guide>
        <p15:guide id="2" pos="37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7"/>
        <p:guide pos="3764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font" Target="fonts/font6.fntdata"/><Relationship Id="rId27" Type="http://schemas.openxmlformats.org/officeDocument/2006/relationships/font" Target="fonts/font5.fntdata"/><Relationship Id="rId26" Type="http://schemas.openxmlformats.org/officeDocument/2006/relationships/font" Target="fonts/font4.fntdata"/><Relationship Id="rId25" Type="http://schemas.openxmlformats.org/officeDocument/2006/relationships/font" Target="fonts/font3.fntdata"/><Relationship Id="rId24" Type="http://schemas.openxmlformats.org/officeDocument/2006/relationships/font" Target="fonts/font2.fntdata"/><Relationship Id="rId23" Type="http://schemas.openxmlformats.org/officeDocument/2006/relationships/font" Target="fonts/font1.fntdata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tags" Target="../tags/tag1.xml"/><Relationship Id="rId13" Type="http://schemas.openxmlformats.org/officeDocument/2006/relationships/image" Target="../media/image4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6.svg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94" Type="http://schemas.openxmlformats.org/officeDocument/2006/relationships/slideLayout" Target="../slideLayouts/slideLayout7.xml"/><Relationship Id="rId93" Type="http://schemas.openxmlformats.org/officeDocument/2006/relationships/tags" Target="../tags/tag84.xml"/><Relationship Id="rId92" Type="http://schemas.openxmlformats.org/officeDocument/2006/relationships/tags" Target="../tags/tag83.xml"/><Relationship Id="rId91" Type="http://schemas.openxmlformats.org/officeDocument/2006/relationships/image" Target="../media/image24.svg"/><Relationship Id="rId90" Type="http://schemas.openxmlformats.org/officeDocument/2006/relationships/image" Target="../media/image23.png"/><Relationship Id="rId9" Type="http://schemas.openxmlformats.org/officeDocument/2006/relationships/tags" Target="../tags/tag16.xml"/><Relationship Id="rId89" Type="http://schemas.openxmlformats.org/officeDocument/2006/relationships/tags" Target="../tags/tag82.xml"/><Relationship Id="rId88" Type="http://schemas.openxmlformats.org/officeDocument/2006/relationships/tags" Target="../tags/tag81.xml"/><Relationship Id="rId87" Type="http://schemas.openxmlformats.org/officeDocument/2006/relationships/tags" Target="../tags/tag80.xml"/><Relationship Id="rId86" Type="http://schemas.openxmlformats.org/officeDocument/2006/relationships/tags" Target="../tags/tag79.xml"/><Relationship Id="rId85" Type="http://schemas.openxmlformats.org/officeDocument/2006/relationships/tags" Target="../tags/tag78.xml"/><Relationship Id="rId84" Type="http://schemas.openxmlformats.org/officeDocument/2006/relationships/image" Target="../media/image22.svg"/><Relationship Id="rId83" Type="http://schemas.openxmlformats.org/officeDocument/2006/relationships/image" Target="../media/image21.png"/><Relationship Id="rId82" Type="http://schemas.openxmlformats.org/officeDocument/2006/relationships/tags" Target="../tags/tag77.xml"/><Relationship Id="rId81" Type="http://schemas.openxmlformats.org/officeDocument/2006/relationships/tags" Target="../tags/tag76.xml"/><Relationship Id="rId80" Type="http://schemas.openxmlformats.org/officeDocument/2006/relationships/tags" Target="../tags/tag75.xml"/><Relationship Id="rId8" Type="http://schemas.openxmlformats.org/officeDocument/2006/relationships/tags" Target="../tags/tag15.xml"/><Relationship Id="rId79" Type="http://schemas.openxmlformats.org/officeDocument/2006/relationships/tags" Target="../tags/tag74.xml"/><Relationship Id="rId78" Type="http://schemas.openxmlformats.org/officeDocument/2006/relationships/tags" Target="../tags/tag73.xml"/><Relationship Id="rId77" Type="http://schemas.openxmlformats.org/officeDocument/2006/relationships/image" Target="../media/image20.svg"/><Relationship Id="rId76" Type="http://schemas.openxmlformats.org/officeDocument/2006/relationships/image" Target="../media/image19.png"/><Relationship Id="rId75" Type="http://schemas.openxmlformats.org/officeDocument/2006/relationships/tags" Target="../tags/tag72.xml"/><Relationship Id="rId74" Type="http://schemas.openxmlformats.org/officeDocument/2006/relationships/tags" Target="../tags/tag71.xml"/><Relationship Id="rId73" Type="http://schemas.openxmlformats.org/officeDocument/2006/relationships/tags" Target="../tags/tag70.xml"/><Relationship Id="rId72" Type="http://schemas.openxmlformats.org/officeDocument/2006/relationships/tags" Target="../tags/tag69.xml"/><Relationship Id="rId71" Type="http://schemas.openxmlformats.org/officeDocument/2006/relationships/tags" Target="../tags/tag68.xml"/><Relationship Id="rId70" Type="http://schemas.openxmlformats.org/officeDocument/2006/relationships/image" Target="../media/image18.svg"/><Relationship Id="rId7" Type="http://schemas.openxmlformats.org/officeDocument/2006/relationships/tags" Target="../tags/tag14.xml"/><Relationship Id="rId69" Type="http://schemas.openxmlformats.org/officeDocument/2006/relationships/image" Target="../media/image17.png"/><Relationship Id="rId68" Type="http://schemas.openxmlformats.org/officeDocument/2006/relationships/tags" Target="../tags/tag67.xml"/><Relationship Id="rId67" Type="http://schemas.openxmlformats.org/officeDocument/2006/relationships/tags" Target="../tags/tag66.xml"/><Relationship Id="rId66" Type="http://schemas.openxmlformats.org/officeDocument/2006/relationships/tags" Target="../tags/tag65.xml"/><Relationship Id="rId65" Type="http://schemas.openxmlformats.org/officeDocument/2006/relationships/tags" Target="../tags/tag64.xml"/><Relationship Id="rId64" Type="http://schemas.openxmlformats.org/officeDocument/2006/relationships/tags" Target="../tags/tag63.xml"/><Relationship Id="rId63" Type="http://schemas.openxmlformats.org/officeDocument/2006/relationships/image" Target="../media/image16.svg"/><Relationship Id="rId62" Type="http://schemas.openxmlformats.org/officeDocument/2006/relationships/image" Target="../media/image15.png"/><Relationship Id="rId61" Type="http://schemas.openxmlformats.org/officeDocument/2006/relationships/tags" Target="../tags/tag62.xml"/><Relationship Id="rId60" Type="http://schemas.openxmlformats.org/officeDocument/2006/relationships/tags" Target="../tags/tag61.xml"/><Relationship Id="rId6" Type="http://schemas.openxmlformats.org/officeDocument/2006/relationships/tags" Target="../tags/tag13.xml"/><Relationship Id="rId59" Type="http://schemas.openxmlformats.org/officeDocument/2006/relationships/tags" Target="../tags/tag60.xml"/><Relationship Id="rId58" Type="http://schemas.openxmlformats.org/officeDocument/2006/relationships/tags" Target="../tags/tag59.xml"/><Relationship Id="rId57" Type="http://schemas.openxmlformats.org/officeDocument/2006/relationships/tags" Target="../tags/tag58.xml"/><Relationship Id="rId56" Type="http://schemas.openxmlformats.org/officeDocument/2006/relationships/image" Target="../media/image14.svg"/><Relationship Id="rId55" Type="http://schemas.openxmlformats.org/officeDocument/2006/relationships/image" Target="../media/image13.png"/><Relationship Id="rId54" Type="http://schemas.openxmlformats.org/officeDocument/2006/relationships/tags" Target="../tags/tag57.xml"/><Relationship Id="rId53" Type="http://schemas.openxmlformats.org/officeDocument/2006/relationships/tags" Target="../tags/tag56.xml"/><Relationship Id="rId52" Type="http://schemas.openxmlformats.org/officeDocument/2006/relationships/tags" Target="../tags/tag55.xml"/><Relationship Id="rId51" Type="http://schemas.openxmlformats.org/officeDocument/2006/relationships/tags" Target="../tags/tag54.xml"/><Relationship Id="rId50" Type="http://schemas.openxmlformats.org/officeDocument/2006/relationships/tags" Target="../tags/tag53.xml"/><Relationship Id="rId5" Type="http://schemas.openxmlformats.org/officeDocument/2006/relationships/tags" Target="../tags/tag12.xml"/><Relationship Id="rId49" Type="http://schemas.openxmlformats.org/officeDocument/2006/relationships/tags" Target="../tags/tag52.xml"/><Relationship Id="rId48" Type="http://schemas.openxmlformats.org/officeDocument/2006/relationships/tags" Target="../tags/tag51.xml"/><Relationship Id="rId47" Type="http://schemas.openxmlformats.org/officeDocument/2006/relationships/tags" Target="../tags/tag50.xml"/><Relationship Id="rId46" Type="http://schemas.openxmlformats.org/officeDocument/2006/relationships/tags" Target="../tags/tag49.xml"/><Relationship Id="rId45" Type="http://schemas.openxmlformats.org/officeDocument/2006/relationships/tags" Target="../tags/tag48.xml"/><Relationship Id="rId44" Type="http://schemas.openxmlformats.org/officeDocument/2006/relationships/tags" Target="../tags/tag47.xml"/><Relationship Id="rId43" Type="http://schemas.openxmlformats.org/officeDocument/2006/relationships/tags" Target="../tags/tag46.xml"/><Relationship Id="rId42" Type="http://schemas.openxmlformats.org/officeDocument/2006/relationships/tags" Target="../tags/tag45.xml"/><Relationship Id="rId41" Type="http://schemas.openxmlformats.org/officeDocument/2006/relationships/tags" Target="../tags/tag44.xml"/><Relationship Id="rId40" Type="http://schemas.openxmlformats.org/officeDocument/2006/relationships/tags" Target="../tags/tag43.xml"/><Relationship Id="rId4" Type="http://schemas.openxmlformats.org/officeDocument/2006/relationships/image" Target="../media/image8.svg"/><Relationship Id="rId39" Type="http://schemas.openxmlformats.org/officeDocument/2006/relationships/tags" Target="../tags/tag42.xml"/><Relationship Id="rId38" Type="http://schemas.openxmlformats.org/officeDocument/2006/relationships/tags" Target="../tags/tag41.xml"/><Relationship Id="rId37" Type="http://schemas.openxmlformats.org/officeDocument/2006/relationships/tags" Target="../tags/tag40.xml"/><Relationship Id="rId36" Type="http://schemas.openxmlformats.org/officeDocument/2006/relationships/tags" Target="../tags/tag39.xml"/><Relationship Id="rId35" Type="http://schemas.openxmlformats.org/officeDocument/2006/relationships/tags" Target="../tags/tag38.xml"/><Relationship Id="rId34" Type="http://schemas.openxmlformats.org/officeDocument/2006/relationships/tags" Target="../tags/tag37.xml"/><Relationship Id="rId33" Type="http://schemas.openxmlformats.org/officeDocument/2006/relationships/tags" Target="../tags/tag36.xml"/><Relationship Id="rId32" Type="http://schemas.openxmlformats.org/officeDocument/2006/relationships/tags" Target="../tags/tag35.xml"/><Relationship Id="rId31" Type="http://schemas.openxmlformats.org/officeDocument/2006/relationships/tags" Target="../tags/tag34.xml"/><Relationship Id="rId30" Type="http://schemas.openxmlformats.org/officeDocument/2006/relationships/tags" Target="../tags/tag33.xml"/><Relationship Id="rId3" Type="http://schemas.openxmlformats.org/officeDocument/2006/relationships/image" Target="../media/image7.png"/><Relationship Id="rId29" Type="http://schemas.openxmlformats.org/officeDocument/2006/relationships/tags" Target="../tags/tag32.xml"/><Relationship Id="rId28" Type="http://schemas.openxmlformats.org/officeDocument/2006/relationships/tags" Target="../tags/tag31.xml"/><Relationship Id="rId27" Type="http://schemas.openxmlformats.org/officeDocument/2006/relationships/tags" Target="../tags/tag30.xml"/><Relationship Id="rId26" Type="http://schemas.openxmlformats.org/officeDocument/2006/relationships/tags" Target="../tags/tag29.xml"/><Relationship Id="rId25" Type="http://schemas.openxmlformats.org/officeDocument/2006/relationships/tags" Target="../tags/tag28.xml"/><Relationship Id="rId24" Type="http://schemas.openxmlformats.org/officeDocument/2006/relationships/tags" Target="../tags/tag27.xml"/><Relationship Id="rId23" Type="http://schemas.openxmlformats.org/officeDocument/2006/relationships/tags" Target="../tags/tag26.xml"/><Relationship Id="rId22" Type="http://schemas.openxmlformats.org/officeDocument/2006/relationships/tags" Target="../tags/tag25.xml"/><Relationship Id="rId21" Type="http://schemas.openxmlformats.org/officeDocument/2006/relationships/tags" Target="../tags/tag24.xml"/><Relationship Id="rId20" Type="http://schemas.openxmlformats.org/officeDocument/2006/relationships/tags" Target="../tags/tag23.xml"/><Relationship Id="rId2" Type="http://schemas.openxmlformats.org/officeDocument/2006/relationships/tags" Target="../tags/tag11.xml"/><Relationship Id="rId19" Type="http://schemas.openxmlformats.org/officeDocument/2006/relationships/image" Target="../media/image12.svg"/><Relationship Id="rId18" Type="http://schemas.openxmlformats.org/officeDocument/2006/relationships/image" Target="../media/image11.png"/><Relationship Id="rId17" Type="http://schemas.openxmlformats.org/officeDocument/2006/relationships/tags" Target="../tags/tag22.xml"/><Relationship Id="rId16" Type="http://schemas.openxmlformats.org/officeDocument/2006/relationships/tags" Target="../tags/tag21.xml"/><Relationship Id="rId15" Type="http://schemas.openxmlformats.org/officeDocument/2006/relationships/tags" Target="../tags/tag20.xml"/><Relationship Id="rId14" Type="http://schemas.openxmlformats.org/officeDocument/2006/relationships/image" Target="../media/image10.svg"/><Relationship Id="rId13" Type="http://schemas.openxmlformats.org/officeDocument/2006/relationships/image" Target="../media/image9.png"/><Relationship Id="rId12" Type="http://schemas.openxmlformats.org/officeDocument/2006/relationships/tags" Target="../tags/tag19.xml"/><Relationship Id="rId11" Type="http://schemas.openxmlformats.org/officeDocument/2006/relationships/tags" Target="../tags/tag18.xml"/><Relationship Id="rId10" Type="http://schemas.openxmlformats.org/officeDocument/2006/relationships/tags" Target="../tags/tag17.xml"/><Relationship Id="rId1" Type="http://schemas.openxmlformats.org/officeDocument/2006/relationships/tags" Target="../tags/tag10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3.xml"/><Relationship Id="rId8" Type="http://schemas.openxmlformats.org/officeDocument/2006/relationships/tags" Target="../tags/tag92.xml"/><Relationship Id="rId7" Type="http://schemas.openxmlformats.org/officeDocument/2006/relationships/tags" Target="../tags/tag91.xml"/><Relationship Id="rId6" Type="http://schemas.openxmlformats.org/officeDocument/2006/relationships/tags" Target="../tags/tag90.xml"/><Relationship Id="rId50" Type="http://schemas.openxmlformats.org/officeDocument/2006/relationships/slideLayout" Target="../slideLayouts/slideLayout7.xml"/><Relationship Id="rId5" Type="http://schemas.openxmlformats.org/officeDocument/2006/relationships/tags" Target="../tags/tag89.xml"/><Relationship Id="rId49" Type="http://schemas.openxmlformats.org/officeDocument/2006/relationships/tags" Target="../tags/tag133.xml"/><Relationship Id="rId48" Type="http://schemas.openxmlformats.org/officeDocument/2006/relationships/tags" Target="../tags/tag132.xml"/><Relationship Id="rId47" Type="http://schemas.openxmlformats.org/officeDocument/2006/relationships/tags" Target="../tags/tag131.xml"/><Relationship Id="rId46" Type="http://schemas.openxmlformats.org/officeDocument/2006/relationships/tags" Target="../tags/tag130.xml"/><Relationship Id="rId45" Type="http://schemas.openxmlformats.org/officeDocument/2006/relationships/tags" Target="../tags/tag129.xml"/><Relationship Id="rId44" Type="http://schemas.openxmlformats.org/officeDocument/2006/relationships/tags" Target="../tags/tag128.xml"/><Relationship Id="rId43" Type="http://schemas.openxmlformats.org/officeDocument/2006/relationships/tags" Target="../tags/tag127.xml"/><Relationship Id="rId42" Type="http://schemas.openxmlformats.org/officeDocument/2006/relationships/tags" Target="../tags/tag126.xml"/><Relationship Id="rId41" Type="http://schemas.openxmlformats.org/officeDocument/2006/relationships/tags" Target="../tags/tag125.xml"/><Relationship Id="rId40" Type="http://schemas.openxmlformats.org/officeDocument/2006/relationships/tags" Target="../tags/tag124.xml"/><Relationship Id="rId4" Type="http://schemas.openxmlformats.org/officeDocument/2006/relationships/tags" Target="../tags/tag88.xml"/><Relationship Id="rId39" Type="http://schemas.openxmlformats.org/officeDocument/2006/relationships/tags" Target="../tags/tag123.xml"/><Relationship Id="rId38" Type="http://schemas.openxmlformats.org/officeDocument/2006/relationships/tags" Target="../tags/tag122.xml"/><Relationship Id="rId37" Type="http://schemas.openxmlformats.org/officeDocument/2006/relationships/tags" Target="../tags/tag121.xml"/><Relationship Id="rId36" Type="http://schemas.openxmlformats.org/officeDocument/2006/relationships/tags" Target="../tags/tag120.xml"/><Relationship Id="rId35" Type="http://schemas.openxmlformats.org/officeDocument/2006/relationships/tags" Target="../tags/tag119.xml"/><Relationship Id="rId34" Type="http://schemas.openxmlformats.org/officeDocument/2006/relationships/tags" Target="../tags/tag118.xml"/><Relationship Id="rId33" Type="http://schemas.openxmlformats.org/officeDocument/2006/relationships/tags" Target="../tags/tag117.xml"/><Relationship Id="rId32" Type="http://schemas.openxmlformats.org/officeDocument/2006/relationships/tags" Target="../tags/tag116.xml"/><Relationship Id="rId31" Type="http://schemas.openxmlformats.org/officeDocument/2006/relationships/tags" Target="../tags/tag115.xml"/><Relationship Id="rId30" Type="http://schemas.openxmlformats.org/officeDocument/2006/relationships/tags" Target="../tags/tag114.xml"/><Relationship Id="rId3" Type="http://schemas.openxmlformats.org/officeDocument/2006/relationships/tags" Target="../tags/tag87.xml"/><Relationship Id="rId29" Type="http://schemas.openxmlformats.org/officeDocument/2006/relationships/tags" Target="../tags/tag113.xml"/><Relationship Id="rId28" Type="http://schemas.openxmlformats.org/officeDocument/2006/relationships/tags" Target="../tags/tag112.xml"/><Relationship Id="rId27" Type="http://schemas.openxmlformats.org/officeDocument/2006/relationships/tags" Target="../tags/tag111.xml"/><Relationship Id="rId26" Type="http://schemas.openxmlformats.org/officeDocument/2006/relationships/tags" Target="../tags/tag110.xml"/><Relationship Id="rId25" Type="http://schemas.openxmlformats.org/officeDocument/2006/relationships/tags" Target="../tags/tag109.xml"/><Relationship Id="rId24" Type="http://schemas.openxmlformats.org/officeDocument/2006/relationships/tags" Target="../tags/tag108.xml"/><Relationship Id="rId23" Type="http://schemas.openxmlformats.org/officeDocument/2006/relationships/tags" Target="../tags/tag107.xml"/><Relationship Id="rId22" Type="http://schemas.openxmlformats.org/officeDocument/2006/relationships/tags" Target="../tags/tag106.xml"/><Relationship Id="rId21" Type="http://schemas.openxmlformats.org/officeDocument/2006/relationships/tags" Target="../tags/tag105.xml"/><Relationship Id="rId20" Type="http://schemas.openxmlformats.org/officeDocument/2006/relationships/tags" Target="../tags/tag104.xml"/><Relationship Id="rId2" Type="http://schemas.openxmlformats.org/officeDocument/2006/relationships/tags" Target="../tags/tag86.xml"/><Relationship Id="rId19" Type="http://schemas.openxmlformats.org/officeDocument/2006/relationships/tags" Target="../tags/tag103.xml"/><Relationship Id="rId18" Type="http://schemas.openxmlformats.org/officeDocument/2006/relationships/tags" Target="../tags/tag102.xml"/><Relationship Id="rId17" Type="http://schemas.openxmlformats.org/officeDocument/2006/relationships/tags" Target="../tags/tag101.xml"/><Relationship Id="rId16" Type="http://schemas.openxmlformats.org/officeDocument/2006/relationships/tags" Target="../tags/tag100.xml"/><Relationship Id="rId15" Type="http://schemas.openxmlformats.org/officeDocument/2006/relationships/tags" Target="../tags/tag99.xml"/><Relationship Id="rId14" Type="http://schemas.openxmlformats.org/officeDocument/2006/relationships/tags" Target="../tags/tag98.xml"/><Relationship Id="rId13" Type="http://schemas.openxmlformats.org/officeDocument/2006/relationships/tags" Target="../tags/tag97.xml"/><Relationship Id="rId12" Type="http://schemas.openxmlformats.org/officeDocument/2006/relationships/tags" Target="../tags/tag96.xml"/><Relationship Id="rId11" Type="http://schemas.openxmlformats.org/officeDocument/2006/relationships/tags" Target="../tags/tag95.xml"/><Relationship Id="rId10" Type="http://schemas.openxmlformats.org/officeDocument/2006/relationships/tags" Target="../tags/tag94.xml"/><Relationship Id="rId1" Type="http://schemas.openxmlformats.org/officeDocument/2006/relationships/tags" Target="../tags/tag85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42.xml"/><Relationship Id="rId8" Type="http://schemas.openxmlformats.org/officeDocument/2006/relationships/tags" Target="../tags/tag141.xml"/><Relationship Id="rId7" Type="http://schemas.openxmlformats.org/officeDocument/2006/relationships/tags" Target="../tags/tag140.xml"/><Relationship Id="rId6" Type="http://schemas.openxmlformats.org/officeDocument/2006/relationships/tags" Target="../tags/tag139.xml"/><Relationship Id="rId5" Type="http://schemas.openxmlformats.org/officeDocument/2006/relationships/tags" Target="../tags/tag138.xml"/><Relationship Id="rId4" Type="http://schemas.openxmlformats.org/officeDocument/2006/relationships/tags" Target="../tags/tag137.xml"/><Relationship Id="rId3" Type="http://schemas.openxmlformats.org/officeDocument/2006/relationships/tags" Target="../tags/tag136.xml"/><Relationship Id="rId2" Type="http://schemas.openxmlformats.org/officeDocument/2006/relationships/tags" Target="../tags/tag135.xml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146.xml"/><Relationship Id="rId12" Type="http://schemas.openxmlformats.org/officeDocument/2006/relationships/tags" Target="../tags/tag145.xml"/><Relationship Id="rId11" Type="http://schemas.openxmlformats.org/officeDocument/2006/relationships/tags" Target="../tags/tag144.xml"/><Relationship Id="rId10" Type="http://schemas.openxmlformats.org/officeDocument/2006/relationships/tags" Target="../tags/tag143.xml"/><Relationship Id="rId1" Type="http://schemas.openxmlformats.org/officeDocument/2006/relationships/tags" Target="../tags/tag134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55.xml"/><Relationship Id="rId8" Type="http://schemas.openxmlformats.org/officeDocument/2006/relationships/tags" Target="../tags/tag154.xml"/><Relationship Id="rId7" Type="http://schemas.openxmlformats.org/officeDocument/2006/relationships/tags" Target="../tags/tag153.xml"/><Relationship Id="rId6" Type="http://schemas.openxmlformats.org/officeDocument/2006/relationships/tags" Target="../tags/tag152.xml"/><Relationship Id="rId5" Type="http://schemas.openxmlformats.org/officeDocument/2006/relationships/tags" Target="../tags/tag151.xml"/><Relationship Id="rId44" Type="http://schemas.openxmlformats.org/officeDocument/2006/relationships/slideLayout" Target="../slideLayouts/slideLayout7.xml"/><Relationship Id="rId43" Type="http://schemas.openxmlformats.org/officeDocument/2006/relationships/tags" Target="../tags/tag189.xml"/><Relationship Id="rId42" Type="http://schemas.openxmlformats.org/officeDocument/2006/relationships/tags" Target="../tags/tag188.xml"/><Relationship Id="rId41" Type="http://schemas.openxmlformats.org/officeDocument/2006/relationships/tags" Target="../tags/tag187.xml"/><Relationship Id="rId40" Type="http://schemas.openxmlformats.org/officeDocument/2006/relationships/tags" Target="../tags/tag186.xml"/><Relationship Id="rId4" Type="http://schemas.openxmlformats.org/officeDocument/2006/relationships/tags" Target="../tags/tag150.xml"/><Relationship Id="rId39" Type="http://schemas.openxmlformats.org/officeDocument/2006/relationships/tags" Target="../tags/tag185.xml"/><Relationship Id="rId38" Type="http://schemas.openxmlformats.org/officeDocument/2006/relationships/tags" Target="../tags/tag184.xml"/><Relationship Id="rId37" Type="http://schemas.openxmlformats.org/officeDocument/2006/relationships/tags" Target="../tags/tag183.xml"/><Relationship Id="rId36" Type="http://schemas.openxmlformats.org/officeDocument/2006/relationships/tags" Target="../tags/tag182.xml"/><Relationship Id="rId35" Type="http://schemas.openxmlformats.org/officeDocument/2006/relationships/tags" Target="../tags/tag181.xml"/><Relationship Id="rId34" Type="http://schemas.openxmlformats.org/officeDocument/2006/relationships/tags" Target="../tags/tag180.xml"/><Relationship Id="rId33" Type="http://schemas.openxmlformats.org/officeDocument/2006/relationships/tags" Target="../tags/tag179.xml"/><Relationship Id="rId32" Type="http://schemas.openxmlformats.org/officeDocument/2006/relationships/tags" Target="../tags/tag178.xml"/><Relationship Id="rId31" Type="http://schemas.openxmlformats.org/officeDocument/2006/relationships/tags" Target="../tags/tag177.xml"/><Relationship Id="rId30" Type="http://schemas.openxmlformats.org/officeDocument/2006/relationships/tags" Target="../tags/tag176.xml"/><Relationship Id="rId3" Type="http://schemas.openxmlformats.org/officeDocument/2006/relationships/tags" Target="../tags/tag149.xml"/><Relationship Id="rId29" Type="http://schemas.openxmlformats.org/officeDocument/2006/relationships/tags" Target="../tags/tag175.xml"/><Relationship Id="rId28" Type="http://schemas.openxmlformats.org/officeDocument/2006/relationships/tags" Target="../tags/tag174.xml"/><Relationship Id="rId27" Type="http://schemas.openxmlformats.org/officeDocument/2006/relationships/tags" Target="../tags/tag173.xml"/><Relationship Id="rId26" Type="http://schemas.openxmlformats.org/officeDocument/2006/relationships/tags" Target="../tags/tag172.xml"/><Relationship Id="rId25" Type="http://schemas.openxmlformats.org/officeDocument/2006/relationships/tags" Target="../tags/tag171.xml"/><Relationship Id="rId24" Type="http://schemas.openxmlformats.org/officeDocument/2006/relationships/tags" Target="../tags/tag170.xml"/><Relationship Id="rId23" Type="http://schemas.openxmlformats.org/officeDocument/2006/relationships/tags" Target="../tags/tag169.xml"/><Relationship Id="rId22" Type="http://schemas.openxmlformats.org/officeDocument/2006/relationships/tags" Target="../tags/tag168.xml"/><Relationship Id="rId21" Type="http://schemas.openxmlformats.org/officeDocument/2006/relationships/tags" Target="../tags/tag167.xml"/><Relationship Id="rId20" Type="http://schemas.openxmlformats.org/officeDocument/2006/relationships/tags" Target="../tags/tag166.xml"/><Relationship Id="rId2" Type="http://schemas.openxmlformats.org/officeDocument/2006/relationships/tags" Target="../tags/tag148.xml"/><Relationship Id="rId19" Type="http://schemas.openxmlformats.org/officeDocument/2006/relationships/tags" Target="../tags/tag165.xml"/><Relationship Id="rId18" Type="http://schemas.openxmlformats.org/officeDocument/2006/relationships/tags" Target="../tags/tag164.xml"/><Relationship Id="rId17" Type="http://schemas.openxmlformats.org/officeDocument/2006/relationships/tags" Target="../tags/tag163.xml"/><Relationship Id="rId16" Type="http://schemas.openxmlformats.org/officeDocument/2006/relationships/tags" Target="../tags/tag162.xml"/><Relationship Id="rId15" Type="http://schemas.openxmlformats.org/officeDocument/2006/relationships/tags" Target="../tags/tag161.xml"/><Relationship Id="rId14" Type="http://schemas.openxmlformats.org/officeDocument/2006/relationships/tags" Target="../tags/tag160.xml"/><Relationship Id="rId13" Type="http://schemas.openxmlformats.org/officeDocument/2006/relationships/tags" Target="../tags/tag159.xml"/><Relationship Id="rId12" Type="http://schemas.openxmlformats.org/officeDocument/2006/relationships/tags" Target="../tags/tag158.xml"/><Relationship Id="rId11" Type="http://schemas.openxmlformats.org/officeDocument/2006/relationships/tags" Target="../tags/tag157.xml"/><Relationship Id="rId10" Type="http://schemas.openxmlformats.org/officeDocument/2006/relationships/tags" Target="../tags/tag156.xml"/><Relationship Id="rId1" Type="http://schemas.openxmlformats.org/officeDocument/2006/relationships/tags" Target="../tags/tag147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98.xml"/><Relationship Id="rId8" Type="http://schemas.openxmlformats.org/officeDocument/2006/relationships/tags" Target="../tags/tag197.xml"/><Relationship Id="rId7" Type="http://schemas.openxmlformats.org/officeDocument/2006/relationships/tags" Target="../tags/tag196.xml"/><Relationship Id="rId6" Type="http://schemas.openxmlformats.org/officeDocument/2006/relationships/tags" Target="../tags/tag195.xml"/><Relationship Id="rId5" Type="http://schemas.openxmlformats.org/officeDocument/2006/relationships/tags" Target="../tags/tag194.xml"/><Relationship Id="rId46" Type="http://schemas.openxmlformats.org/officeDocument/2006/relationships/slideLayout" Target="../slideLayouts/slideLayout7.xml"/><Relationship Id="rId45" Type="http://schemas.openxmlformats.org/officeDocument/2006/relationships/tags" Target="../tags/tag234.xml"/><Relationship Id="rId44" Type="http://schemas.openxmlformats.org/officeDocument/2006/relationships/tags" Target="../tags/tag233.xml"/><Relationship Id="rId43" Type="http://schemas.openxmlformats.org/officeDocument/2006/relationships/tags" Target="../tags/tag232.xml"/><Relationship Id="rId42" Type="http://schemas.openxmlformats.org/officeDocument/2006/relationships/tags" Target="../tags/tag231.xml"/><Relationship Id="rId41" Type="http://schemas.openxmlformats.org/officeDocument/2006/relationships/tags" Target="../tags/tag230.xml"/><Relationship Id="rId40" Type="http://schemas.openxmlformats.org/officeDocument/2006/relationships/tags" Target="../tags/tag229.xml"/><Relationship Id="rId4" Type="http://schemas.openxmlformats.org/officeDocument/2006/relationships/tags" Target="../tags/tag193.xml"/><Relationship Id="rId39" Type="http://schemas.openxmlformats.org/officeDocument/2006/relationships/tags" Target="../tags/tag228.xml"/><Relationship Id="rId38" Type="http://schemas.openxmlformats.org/officeDocument/2006/relationships/tags" Target="../tags/tag227.xml"/><Relationship Id="rId37" Type="http://schemas.openxmlformats.org/officeDocument/2006/relationships/tags" Target="../tags/tag226.xml"/><Relationship Id="rId36" Type="http://schemas.openxmlformats.org/officeDocument/2006/relationships/tags" Target="../tags/tag225.xml"/><Relationship Id="rId35" Type="http://schemas.openxmlformats.org/officeDocument/2006/relationships/tags" Target="../tags/tag224.xml"/><Relationship Id="rId34" Type="http://schemas.openxmlformats.org/officeDocument/2006/relationships/tags" Target="../tags/tag223.xml"/><Relationship Id="rId33" Type="http://schemas.openxmlformats.org/officeDocument/2006/relationships/tags" Target="../tags/tag222.xml"/><Relationship Id="rId32" Type="http://schemas.openxmlformats.org/officeDocument/2006/relationships/tags" Target="../tags/tag221.xml"/><Relationship Id="rId31" Type="http://schemas.openxmlformats.org/officeDocument/2006/relationships/tags" Target="../tags/tag220.xml"/><Relationship Id="rId30" Type="http://schemas.openxmlformats.org/officeDocument/2006/relationships/tags" Target="../tags/tag219.xml"/><Relationship Id="rId3" Type="http://schemas.openxmlformats.org/officeDocument/2006/relationships/tags" Target="../tags/tag192.xml"/><Relationship Id="rId29" Type="http://schemas.openxmlformats.org/officeDocument/2006/relationships/tags" Target="../tags/tag218.xml"/><Relationship Id="rId28" Type="http://schemas.openxmlformats.org/officeDocument/2006/relationships/tags" Target="../tags/tag217.xml"/><Relationship Id="rId27" Type="http://schemas.openxmlformats.org/officeDocument/2006/relationships/tags" Target="../tags/tag216.xml"/><Relationship Id="rId26" Type="http://schemas.openxmlformats.org/officeDocument/2006/relationships/tags" Target="../tags/tag215.xml"/><Relationship Id="rId25" Type="http://schemas.openxmlformats.org/officeDocument/2006/relationships/tags" Target="../tags/tag214.xml"/><Relationship Id="rId24" Type="http://schemas.openxmlformats.org/officeDocument/2006/relationships/tags" Target="../tags/tag213.xml"/><Relationship Id="rId23" Type="http://schemas.openxmlformats.org/officeDocument/2006/relationships/tags" Target="../tags/tag212.xml"/><Relationship Id="rId22" Type="http://schemas.openxmlformats.org/officeDocument/2006/relationships/tags" Target="../tags/tag211.xml"/><Relationship Id="rId21" Type="http://schemas.openxmlformats.org/officeDocument/2006/relationships/tags" Target="../tags/tag210.xml"/><Relationship Id="rId20" Type="http://schemas.openxmlformats.org/officeDocument/2006/relationships/tags" Target="../tags/tag209.xml"/><Relationship Id="rId2" Type="http://schemas.openxmlformats.org/officeDocument/2006/relationships/tags" Target="../tags/tag191.xml"/><Relationship Id="rId19" Type="http://schemas.openxmlformats.org/officeDocument/2006/relationships/tags" Target="../tags/tag208.xml"/><Relationship Id="rId18" Type="http://schemas.openxmlformats.org/officeDocument/2006/relationships/tags" Target="../tags/tag207.xml"/><Relationship Id="rId17" Type="http://schemas.openxmlformats.org/officeDocument/2006/relationships/tags" Target="../tags/tag206.xml"/><Relationship Id="rId16" Type="http://schemas.openxmlformats.org/officeDocument/2006/relationships/tags" Target="../tags/tag205.xml"/><Relationship Id="rId15" Type="http://schemas.openxmlformats.org/officeDocument/2006/relationships/tags" Target="../tags/tag204.xml"/><Relationship Id="rId14" Type="http://schemas.openxmlformats.org/officeDocument/2006/relationships/tags" Target="../tags/tag203.xml"/><Relationship Id="rId13" Type="http://schemas.openxmlformats.org/officeDocument/2006/relationships/tags" Target="../tags/tag202.xml"/><Relationship Id="rId12" Type="http://schemas.openxmlformats.org/officeDocument/2006/relationships/tags" Target="../tags/tag201.xml"/><Relationship Id="rId11" Type="http://schemas.openxmlformats.org/officeDocument/2006/relationships/tags" Target="../tags/tag200.xml"/><Relationship Id="rId10" Type="http://schemas.openxmlformats.org/officeDocument/2006/relationships/tags" Target="../tags/tag199.xml"/><Relationship Id="rId1" Type="http://schemas.openxmlformats.org/officeDocument/2006/relationships/tags" Target="../tags/tag190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43.xml"/><Relationship Id="rId8" Type="http://schemas.openxmlformats.org/officeDocument/2006/relationships/tags" Target="../tags/tag242.xml"/><Relationship Id="rId73" Type="http://schemas.openxmlformats.org/officeDocument/2006/relationships/slideLayout" Target="../slideLayouts/slideLayout7.xml"/><Relationship Id="rId72" Type="http://schemas.openxmlformats.org/officeDocument/2006/relationships/tags" Target="../tags/tag304.xml"/><Relationship Id="rId71" Type="http://schemas.openxmlformats.org/officeDocument/2006/relationships/tags" Target="../tags/tag303.xml"/><Relationship Id="rId70" Type="http://schemas.openxmlformats.org/officeDocument/2006/relationships/tags" Target="../tags/tag302.xml"/><Relationship Id="rId7" Type="http://schemas.openxmlformats.org/officeDocument/2006/relationships/tags" Target="../tags/tag241.xml"/><Relationship Id="rId69" Type="http://schemas.openxmlformats.org/officeDocument/2006/relationships/tags" Target="../tags/tag301.xml"/><Relationship Id="rId68" Type="http://schemas.openxmlformats.org/officeDocument/2006/relationships/tags" Target="../tags/tag300.xml"/><Relationship Id="rId67" Type="http://schemas.openxmlformats.org/officeDocument/2006/relationships/tags" Target="../tags/tag299.xml"/><Relationship Id="rId66" Type="http://schemas.openxmlformats.org/officeDocument/2006/relationships/tags" Target="../tags/tag298.xml"/><Relationship Id="rId65" Type="http://schemas.openxmlformats.org/officeDocument/2006/relationships/image" Target="../media/image26.svg"/><Relationship Id="rId64" Type="http://schemas.openxmlformats.org/officeDocument/2006/relationships/image" Target="../media/image25.png"/><Relationship Id="rId63" Type="http://schemas.openxmlformats.org/officeDocument/2006/relationships/tags" Target="../tags/tag297.xml"/><Relationship Id="rId62" Type="http://schemas.openxmlformats.org/officeDocument/2006/relationships/tags" Target="../tags/tag296.xml"/><Relationship Id="rId61" Type="http://schemas.openxmlformats.org/officeDocument/2006/relationships/tags" Target="../tags/tag295.xml"/><Relationship Id="rId60" Type="http://schemas.openxmlformats.org/officeDocument/2006/relationships/tags" Target="../tags/tag294.xml"/><Relationship Id="rId6" Type="http://schemas.openxmlformats.org/officeDocument/2006/relationships/tags" Target="../tags/tag240.xml"/><Relationship Id="rId59" Type="http://schemas.openxmlformats.org/officeDocument/2006/relationships/tags" Target="../tags/tag293.xml"/><Relationship Id="rId58" Type="http://schemas.openxmlformats.org/officeDocument/2006/relationships/tags" Target="../tags/tag292.xml"/><Relationship Id="rId57" Type="http://schemas.openxmlformats.org/officeDocument/2006/relationships/tags" Target="../tags/tag291.xml"/><Relationship Id="rId56" Type="http://schemas.openxmlformats.org/officeDocument/2006/relationships/tags" Target="../tags/tag290.xml"/><Relationship Id="rId55" Type="http://schemas.openxmlformats.org/officeDocument/2006/relationships/tags" Target="../tags/tag289.xml"/><Relationship Id="rId54" Type="http://schemas.openxmlformats.org/officeDocument/2006/relationships/tags" Target="../tags/tag288.xml"/><Relationship Id="rId53" Type="http://schemas.openxmlformats.org/officeDocument/2006/relationships/tags" Target="../tags/tag287.xml"/><Relationship Id="rId52" Type="http://schemas.openxmlformats.org/officeDocument/2006/relationships/tags" Target="../tags/tag286.xml"/><Relationship Id="rId51" Type="http://schemas.openxmlformats.org/officeDocument/2006/relationships/tags" Target="../tags/tag285.xml"/><Relationship Id="rId50" Type="http://schemas.openxmlformats.org/officeDocument/2006/relationships/tags" Target="../tags/tag284.xml"/><Relationship Id="rId5" Type="http://schemas.openxmlformats.org/officeDocument/2006/relationships/tags" Target="../tags/tag239.xml"/><Relationship Id="rId49" Type="http://schemas.openxmlformats.org/officeDocument/2006/relationships/tags" Target="../tags/tag283.xml"/><Relationship Id="rId48" Type="http://schemas.openxmlformats.org/officeDocument/2006/relationships/tags" Target="../tags/tag282.xml"/><Relationship Id="rId47" Type="http://schemas.openxmlformats.org/officeDocument/2006/relationships/tags" Target="../tags/tag281.xml"/><Relationship Id="rId46" Type="http://schemas.openxmlformats.org/officeDocument/2006/relationships/tags" Target="../tags/tag280.xml"/><Relationship Id="rId45" Type="http://schemas.openxmlformats.org/officeDocument/2006/relationships/tags" Target="../tags/tag279.xml"/><Relationship Id="rId44" Type="http://schemas.openxmlformats.org/officeDocument/2006/relationships/tags" Target="../tags/tag278.xml"/><Relationship Id="rId43" Type="http://schemas.openxmlformats.org/officeDocument/2006/relationships/tags" Target="../tags/tag277.xml"/><Relationship Id="rId42" Type="http://schemas.openxmlformats.org/officeDocument/2006/relationships/tags" Target="../tags/tag276.xml"/><Relationship Id="rId41" Type="http://schemas.openxmlformats.org/officeDocument/2006/relationships/tags" Target="../tags/tag275.xml"/><Relationship Id="rId40" Type="http://schemas.openxmlformats.org/officeDocument/2006/relationships/tags" Target="../tags/tag274.xml"/><Relationship Id="rId4" Type="http://schemas.openxmlformats.org/officeDocument/2006/relationships/tags" Target="../tags/tag238.xml"/><Relationship Id="rId39" Type="http://schemas.openxmlformats.org/officeDocument/2006/relationships/tags" Target="../tags/tag273.xml"/><Relationship Id="rId38" Type="http://schemas.openxmlformats.org/officeDocument/2006/relationships/tags" Target="../tags/tag272.xml"/><Relationship Id="rId37" Type="http://schemas.openxmlformats.org/officeDocument/2006/relationships/tags" Target="../tags/tag271.xml"/><Relationship Id="rId36" Type="http://schemas.openxmlformats.org/officeDocument/2006/relationships/tags" Target="../tags/tag270.xml"/><Relationship Id="rId35" Type="http://schemas.openxmlformats.org/officeDocument/2006/relationships/tags" Target="../tags/tag269.xml"/><Relationship Id="rId34" Type="http://schemas.openxmlformats.org/officeDocument/2006/relationships/tags" Target="../tags/tag268.xml"/><Relationship Id="rId33" Type="http://schemas.openxmlformats.org/officeDocument/2006/relationships/tags" Target="../tags/tag267.xml"/><Relationship Id="rId32" Type="http://schemas.openxmlformats.org/officeDocument/2006/relationships/tags" Target="../tags/tag266.xml"/><Relationship Id="rId31" Type="http://schemas.openxmlformats.org/officeDocument/2006/relationships/tags" Target="../tags/tag265.xml"/><Relationship Id="rId30" Type="http://schemas.openxmlformats.org/officeDocument/2006/relationships/tags" Target="../tags/tag264.xml"/><Relationship Id="rId3" Type="http://schemas.openxmlformats.org/officeDocument/2006/relationships/tags" Target="../tags/tag237.xml"/><Relationship Id="rId29" Type="http://schemas.openxmlformats.org/officeDocument/2006/relationships/tags" Target="../tags/tag263.xml"/><Relationship Id="rId28" Type="http://schemas.openxmlformats.org/officeDocument/2006/relationships/tags" Target="../tags/tag262.xml"/><Relationship Id="rId27" Type="http://schemas.openxmlformats.org/officeDocument/2006/relationships/tags" Target="../tags/tag261.xml"/><Relationship Id="rId26" Type="http://schemas.openxmlformats.org/officeDocument/2006/relationships/tags" Target="../tags/tag260.xml"/><Relationship Id="rId25" Type="http://schemas.openxmlformats.org/officeDocument/2006/relationships/tags" Target="../tags/tag259.xml"/><Relationship Id="rId24" Type="http://schemas.openxmlformats.org/officeDocument/2006/relationships/tags" Target="../tags/tag258.xml"/><Relationship Id="rId23" Type="http://schemas.openxmlformats.org/officeDocument/2006/relationships/tags" Target="../tags/tag257.xml"/><Relationship Id="rId22" Type="http://schemas.openxmlformats.org/officeDocument/2006/relationships/tags" Target="../tags/tag256.xml"/><Relationship Id="rId21" Type="http://schemas.openxmlformats.org/officeDocument/2006/relationships/tags" Target="../tags/tag255.xml"/><Relationship Id="rId20" Type="http://schemas.openxmlformats.org/officeDocument/2006/relationships/tags" Target="../tags/tag254.xml"/><Relationship Id="rId2" Type="http://schemas.openxmlformats.org/officeDocument/2006/relationships/tags" Target="../tags/tag236.xml"/><Relationship Id="rId19" Type="http://schemas.openxmlformats.org/officeDocument/2006/relationships/tags" Target="../tags/tag253.xml"/><Relationship Id="rId18" Type="http://schemas.openxmlformats.org/officeDocument/2006/relationships/tags" Target="../tags/tag252.xml"/><Relationship Id="rId17" Type="http://schemas.openxmlformats.org/officeDocument/2006/relationships/tags" Target="../tags/tag251.xml"/><Relationship Id="rId16" Type="http://schemas.openxmlformats.org/officeDocument/2006/relationships/tags" Target="../tags/tag250.xml"/><Relationship Id="rId15" Type="http://schemas.openxmlformats.org/officeDocument/2006/relationships/tags" Target="../tags/tag249.xml"/><Relationship Id="rId14" Type="http://schemas.openxmlformats.org/officeDocument/2006/relationships/tags" Target="../tags/tag248.xml"/><Relationship Id="rId13" Type="http://schemas.openxmlformats.org/officeDocument/2006/relationships/tags" Target="../tags/tag247.xml"/><Relationship Id="rId12" Type="http://schemas.openxmlformats.org/officeDocument/2006/relationships/tags" Target="../tags/tag246.xml"/><Relationship Id="rId11" Type="http://schemas.openxmlformats.org/officeDocument/2006/relationships/tags" Target="../tags/tag245.xml"/><Relationship Id="rId10" Type="http://schemas.openxmlformats.org/officeDocument/2006/relationships/tags" Target="../tags/tag244.xml"/><Relationship Id="rId1" Type="http://schemas.openxmlformats.org/officeDocument/2006/relationships/tags" Target="../tags/tag235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311.xml"/><Relationship Id="rId8" Type="http://schemas.openxmlformats.org/officeDocument/2006/relationships/tags" Target="../tags/tag310.xml"/><Relationship Id="rId7" Type="http://schemas.openxmlformats.org/officeDocument/2006/relationships/image" Target="../media/image28.svg"/><Relationship Id="rId6" Type="http://schemas.openxmlformats.org/officeDocument/2006/relationships/image" Target="../media/image27.png"/><Relationship Id="rId56" Type="http://schemas.openxmlformats.org/officeDocument/2006/relationships/slideLayout" Target="../slideLayouts/slideLayout7.xml"/><Relationship Id="rId55" Type="http://schemas.openxmlformats.org/officeDocument/2006/relationships/tags" Target="../tags/tag351.xml"/><Relationship Id="rId54" Type="http://schemas.openxmlformats.org/officeDocument/2006/relationships/tags" Target="../tags/tag350.xml"/><Relationship Id="rId53" Type="http://schemas.openxmlformats.org/officeDocument/2006/relationships/image" Target="../media/image34.svg"/><Relationship Id="rId52" Type="http://schemas.openxmlformats.org/officeDocument/2006/relationships/image" Target="../media/image33.png"/><Relationship Id="rId51" Type="http://schemas.openxmlformats.org/officeDocument/2006/relationships/tags" Target="../tags/tag349.xml"/><Relationship Id="rId50" Type="http://schemas.openxmlformats.org/officeDocument/2006/relationships/tags" Target="../tags/tag348.xml"/><Relationship Id="rId5" Type="http://schemas.openxmlformats.org/officeDocument/2006/relationships/tags" Target="../tags/tag309.xml"/><Relationship Id="rId49" Type="http://schemas.openxmlformats.org/officeDocument/2006/relationships/tags" Target="../tags/tag347.xml"/><Relationship Id="rId48" Type="http://schemas.openxmlformats.org/officeDocument/2006/relationships/tags" Target="../tags/tag346.xml"/><Relationship Id="rId47" Type="http://schemas.openxmlformats.org/officeDocument/2006/relationships/tags" Target="../tags/tag345.xml"/><Relationship Id="rId46" Type="http://schemas.openxmlformats.org/officeDocument/2006/relationships/image" Target="../media/image32.svg"/><Relationship Id="rId45" Type="http://schemas.openxmlformats.org/officeDocument/2006/relationships/image" Target="../media/image31.png"/><Relationship Id="rId44" Type="http://schemas.openxmlformats.org/officeDocument/2006/relationships/tags" Target="../tags/tag344.xml"/><Relationship Id="rId43" Type="http://schemas.openxmlformats.org/officeDocument/2006/relationships/tags" Target="../tags/tag343.xml"/><Relationship Id="rId42" Type="http://schemas.openxmlformats.org/officeDocument/2006/relationships/tags" Target="../tags/tag342.xml"/><Relationship Id="rId41" Type="http://schemas.openxmlformats.org/officeDocument/2006/relationships/tags" Target="../tags/tag341.xml"/><Relationship Id="rId40" Type="http://schemas.openxmlformats.org/officeDocument/2006/relationships/tags" Target="../tags/tag340.xml"/><Relationship Id="rId4" Type="http://schemas.openxmlformats.org/officeDocument/2006/relationships/tags" Target="../tags/tag308.xml"/><Relationship Id="rId39" Type="http://schemas.openxmlformats.org/officeDocument/2006/relationships/tags" Target="../tags/tag339.xml"/><Relationship Id="rId38" Type="http://schemas.openxmlformats.org/officeDocument/2006/relationships/tags" Target="../tags/tag338.xml"/><Relationship Id="rId37" Type="http://schemas.openxmlformats.org/officeDocument/2006/relationships/tags" Target="../tags/tag337.xml"/><Relationship Id="rId36" Type="http://schemas.openxmlformats.org/officeDocument/2006/relationships/tags" Target="../tags/tag336.xml"/><Relationship Id="rId35" Type="http://schemas.openxmlformats.org/officeDocument/2006/relationships/tags" Target="../tags/tag335.xml"/><Relationship Id="rId34" Type="http://schemas.openxmlformats.org/officeDocument/2006/relationships/tags" Target="../tags/tag334.xml"/><Relationship Id="rId33" Type="http://schemas.openxmlformats.org/officeDocument/2006/relationships/tags" Target="../tags/tag333.xml"/><Relationship Id="rId32" Type="http://schemas.openxmlformats.org/officeDocument/2006/relationships/tags" Target="../tags/tag332.xml"/><Relationship Id="rId31" Type="http://schemas.openxmlformats.org/officeDocument/2006/relationships/tags" Target="../tags/tag331.xml"/><Relationship Id="rId30" Type="http://schemas.openxmlformats.org/officeDocument/2006/relationships/tags" Target="../tags/tag330.xml"/><Relationship Id="rId3" Type="http://schemas.openxmlformats.org/officeDocument/2006/relationships/tags" Target="../tags/tag307.xml"/><Relationship Id="rId29" Type="http://schemas.openxmlformats.org/officeDocument/2006/relationships/tags" Target="../tags/tag329.xml"/><Relationship Id="rId28" Type="http://schemas.openxmlformats.org/officeDocument/2006/relationships/image" Target="../media/image30.svg"/><Relationship Id="rId27" Type="http://schemas.openxmlformats.org/officeDocument/2006/relationships/image" Target="../media/image29.png"/><Relationship Id="rId26" Type="http://schemas.openxmlformats.org/officeDocument/2006/relationships/tags" Target="../tags/tag328.xml"/><Relationship Id="rId25" Type="http://schemas.openxmlformats.org/officeDocument/2006/relationships/tags" Target="../tags/tag327.xml"/><Relationship Id="rId24" Type="http://schemas.openxmlformats.org/officeDocument/2006/relationships/tags" Target="../tags/tag326.xml"/><Relationship Id="rId23" Type="http://schemas.openxmlformats.org/officeDocument/2006/relationships/tags" Target="../tags/tag325.xml"/><Relationship Id="rId22" Type="http://schemas.openxmlformats.org/officeDocument/2006/relationships/tags" Target="../tags/tag324.xml"/><Relationship Id="rId21" Type="http://schemas.openxmlformats.org/officeDocument/2006/relationships/tags" Target="../tags/tag323.xml"/><Relationship Id="rId20" Type="http://schemas.openxmlformats.org/officeDocument/2006/relationships/tags" Target="../tags/tag322.xml"/><Relationship Id="rId2" Type="http://schemas.openxmlformats.org/officeDocument/2006/relationships/tags" Target="../tags/tag306.xml"/><Relationship Id="rId19" Type="http://schemas.openxmlformats.org/officeDocument/2006/relationships/tags" Target="../tags/tag321.xml"/><Relationship Id="rId18" Type="http://schemas.openxmlformats.org/officeDocument/2006/relationships/tags" Target="../tags/tag320.xml"/><Relationship Id="rId17" Type="http://schemas.openxmlformats.org/officeDocument/2006/relationships/tags" Target="../tags/tag319.xml"/><Relationship Id="rId16" Type="http://schemas.openxmlformats.org/officeDocument/2006/relationships/tags" Target="../tags/tag318.xml"/><Relationship Id="rId15" Type="http://schemas.openxmlformats.org/officeDocument/2006/relationships/tags" Target="../tags/tag317.xml"/><Relationship Id="rId14" Type="http://schemas.openxmlformats.org/officeDocument/2006/relationships/tags" Target="../tags/tag316.xml"/><Relationship Id="rId13" Type="http://schemas.openxmlformats.org/officeDocument/2006/relationships/tags" Target="../tags/tag315.xml"/><Relationship Id="rId12" Type="http://schemas.openxmlformats.org/officeDocument/2006/relationships/tags" Target="../tags/tag314.xml"/><Relationship Id="rId11" Type="http://schemas.openxmlformats.org/officeDocument/2006/relationships/tags" Target="../tags/tag313.xml"/><Relationship Id="rId10" Type="http://schemas.openxmlformats.org/officeDocument/2006/relationships/tags" Target="../tags/tag312.xml"/><Relationship Id="rId1" Type="http://schemas.openxmlformats.org/officeDocument/2006/relationships/tags" Target="../tags/tag305.xml"/></Relationships>
</file>

<file path=ppt/slides/_rels/slide9.xml.rels><?xml version="1.0" encoding="UTF-8" standalone="yes"?>
<Relationships xmlns="http://schemas.openxmlformats.org/package/2006/relationships"><Relationship Id="rId96" Type="http://schemas.openxmlformats.org/officeDocument/2006/relationships/slideLayout" Target="../slideLayouts/slideLayout7.xml"/><Relationship Id="rId95" Type="http://schemas.openxmlformats.org/officeDocument/2006/relationships/tags" Target="../tags/tag446.xml"/><Relationship Id="rId94" Type="http://schemas.openxmlformats.org/officeDocument/2006/relationships/tags" Target="../tags/tag445.xml"/><Relationship Id="rId93" Type="http://schemas.openxmlformats.org/officeDocument/2006/relationships/tags" Target="../tags/tag444.xml"/><Relationship Id="rId92" Type="http://schemas.openxmlformats.org/officeDocument/2006/relationships/tags" Target="../tags/tag443.xml"/><Relationship Id="rId91" Type="http://schemas.openxmlformats.org/officeDocument/2006/relationships/tags" Target="../tags/tag442.xml"/><Relationship Id="rId90" Type="http://schemas.openxmlformats.org/officeDocument/2006/relationships/tags" Target="../tags/tag441.xml"/><Relationship Id="rId9" Type="http://schemas.openxmlformats.org/officeDocument/2006/relationships/tags" Target="../tags/tag360.xml"/><Relationship Id="rId89" Type="http://schemas.openxmlformats.org/officeDocument/2006/relationships/tags" Target="../tags/tag440.xml"/><Relationship Id="rId88" Type="http://schemas.openxmlformats.org/officeDocument/2006/relationships/tags" Target="../tags/tag439.xml"/><Relationship Id="rId87" Type="http://schemas.openxmlformats.org/officeDocument/2006/relationships/tags" Target="../tags/tag438.xml"/><Relationship Id="rId86" Type="http://schemas.openxmlformats.org/officeDocument/2006/relationships/tags" Target="../tags/tag437.xml"/><Relationship Id="rId85" Type="http://schemas.openxmlformats.org/officeDocument/2006/relationships/tags" Target="../tags/tag436.xml"/><Relationship Id="rId84" Type="http://schemas.openxmlformats.org/officeDocument/2006/relationships/tags" Target="../tags/tag435.xml"/><Relationship Id="rId83" Type="http://schemas.openxmlformats.org/officeDocument/2006/relationships/tags" Target="../tags/tag434.xml"/><Relationship Id="rId82" Type="http://schemas.openxmlformats.org/officeDocument/2006/relationships/tags" Target="../tags/tag433.xml"/><Relationship Id="rId81" Type="http://schemas.openxmlformats.org/officeDocument/2006/relationships/tags" Target="../tags/tag432.xml"/><Relationship Id="rId80" Type="http://schemas.openxmlformats.org/officeDocument/2006/relationships/tags" Target="../tags/tag431.xml"/><Relationship Id="rId8" Type="http://schemas.openxmlformats.org/officeDocument/2006/relationships/tags" Target="../tags/tag359.xml"/><Relationship Id="rId79" Type="http://schemas.openxmlformats.org/officeDocument/2006/relationships/tags" Target="../tags/tag430.xml"/><Relationship Id="rId78" Type="http://schemas.openxmlformats.org/officeDocument/2006/relationships/tags" Target="../tags/tag429.xml"/><Relationship Id="rId77" Type="http://schemas.openxmlformats.org/officeDocument/2006/relationships/tags" Target="../tags/tag428.xml"/><Relationship Id="rId76" Type="http://schemas.openxmlformats.org/officeDocument/2006/relationships/tags" Target="../tags/tag427.xml"/><Relationship Id="rId75" Type="http://schemas.openxmlformats.org/officeDocument/2006/relationships/tags" Target="../tags/tag426.xml"/><Relationship Id="rId74" Type="http://schemas.openxmlformats.org/officeDocument/2006/relationships/tags" Target="../tags/tag425.xml"/><Relationship Id="rId73" Type="http://schemas.openxmlformats.org/officeDocument/2006/relationships/tags" Target="../tags/tag424.xml"/><Relationship Id="rId72" Type="http://schemas.openxmlformats.org/officeDocument/2006/relationships/tags" Target="../tags/tag423.xml"/><Relationship Id="rId71" Type="http://schemas.openxmlformats.org/officeDocument/2006/relationships/tags" Target="../tags/tag422.xml"/><Relationship Id="rId70" Type="http://schemas.openxmlformats.org/officeDocument/2006/relationships/tags" Target="../tags/tag421.xml"/><Relationship Id="rId7" Type="http://schemas.openxmlformats.org/officeDocument/2006/relationships/tags" Target="../tags/tag358.xml"/><Relationship Id="rId69" Type="http://schemas.openxmlformats.org/officeDocument/2006/relationships/tags" Target="../tags/tag420.xml"/><Relationship Id="rId68" Type="http://schemas.openxmlformats.org/officeDocument/2006/relationships/tags" Target="../tags/tag419.xml"/><Relationship Id="rId67" Type="http://schemas.openxmlformats.org/officeDocument/2006/relationships/tags" Target="../tags/tag418.xml"/><Relationship Id="rId66" Type="http://schemas.openxmlformats.org/officeDocument/2006/relationships/tags" Target="../tags/tag417.xml"/><Relationship Id="rId65" Type="http://schemas.openxmlformats.org/officeDocument/2006/relationships/tags" Target="../tags/tag416.xml"/><Relationship Id="rId64" Type="http://schemas.openxmlformats.org/officeDocument/2006/relationships/tags" Target="../tags/tag415.xml"/><Relationship Id="rId63" Type="http://schemas.openxmlformats.org/officeDocument/2006/relationships/tags" Target="../tags/tag414.xml"/><Relationship Id="rId62" Type="http://schemas.openxmlformats.org/officeDocument/2006/relationships/tags" Target="../tags/tag413.xml"/><Relationship Id="rId61" Type="http://schemas.openxmlformats.org/officeDocument/2006/relationships/tags" Target="../tags/tag412.xml"/><Relationship Id="rId60" Type="http://schemas.openxmlformats.org/officeDocument/2006/relationships/tags" Target="../tags/tag411.xml"/><Relationship Id="rId6" Type="http://schemas.openxmlformats.org/officeDocument/2006/relationships/tags" Target="../tags/tag357.xml"/><Relationship Id="rId59" Type="http://schemas.openxmlformats.org/officeDocument/2006/relationships/tags" Target="../tags/tag410.xml"/><Relationship Id="rId58" Type="http://schemas.openxmlformats.org/officeDocument/2006/relationships/tags" Target="../tags/tag409.xml"/><Relationship Id="rId57" Type="http://schemas.openxmlformats.org/officeDocument/2006/relationships/tags" Target="../tags/tag408.xml"/><Relationship Id="rId56" Type="http://schemas.openxmlformats.org/officeDocument/2006/relationships/tags" Target="../tags/tag407.xml"/><Relationship Id="rId55" Type="http://schemas.openxmlformats.org/officeDocument/2006/relationships/tags" Target="../tags/tag406.xml"/><Relationship Id="rId54" Type="http://schemas.openxmlformats.org/officeDocument/2006/relationships/tags" Target="../tags/tag405.xml"/><Relationship Id="rId53" Type="http://schemas.openxmlformats.org/officeDocument/2006/relationships/tags" Target="../tags/tag404.xml"/><Relationship Id="rId52" Type="http://schemas.openxmlformats.org/officeDocument/2006/relationships/tags" Target="../tags/tag403.xml"/><Relationship Id="rId51" Type="http://schemas.openxmlformats.org/officeDocument/2006/relationships/tags" Target="../tags/tag402.xml"/><Relationship Id="rId50" Type="http://schemas.openxmlformats.org/officeDocument/2006/relationships/tags" Target="../tags/tag401.xml"/><Relationship Id="rId5" Type="http://schemas.openxmlformats.org/officeDocument/2006/relationships/tags" Target="../tags/tag356.xml"/><Relationship Id="rId49" Type="http://schemas.openxmlformats.org/officeDocument/2006/relationships/tags" Target="../tags/tag400.xml"/><Relationship Id="rId48" Type="http://schemas.openxmlformats.org/officeDocument/2006/relationships/tags" Target="../tags/tag399.xml"/><Relationship Id="rId47" Type="http://schemas.openxmlformats.org/officeDocument/2006/relationships/tags" Target="../tags/tag398.xml"/><Relationship Id="rId46" Type="http://schemas.openxmlformats.org/officeDocument/2006/relationships/tags" Target="../tags/tag397.xml"/><Relationship Id="rId45" Type="http://schemas.openxmlformats.org/officeDocument/2006/relationships/tags" Target="../tags/tag396.xml"/><Relationship Id="rId44" Type="http://schemas.openxmlformats.org/officeDocument/2006/relationships/tags" Target="../tags/tag395.xml"/><Relationship Id="rId43" Type="http://schemas.openxmlformats.org/officeDocument/2006/relationships/tags" Target="../tags/tag394.xml"/><Relationship Id="rId42" Type="http://schemas.openxmlformats.org/officeDocument/2006/relationships/tags" Target="../tags/tag393.xml"/><Relationship Id="rId41" Type="http://schemas.openxmlformats.org/officeDocument/2006/relationships/tags" Target="../tags/tag392.xml"/><Relationship Id="rId40" Type="http://schemas.openxmlformats.org/officeDocument/2006/relationships/tags" Target="../tags/tag391.xml"/><Relationship Id="rId4" Type="http://schemas.openxmlformats.org/officeDocument/2006/relationships/tags" Target="../tags/tag355.xml"/><Relationship Id="rId39" Type="http://schemas.openxmlformats.org/officeDocument/2006/relationships/tags" Target="../tags/tag390.xml"/><Relationship Id="rId38" Type="http://schemas.openxmlformats.org/officeDocument/2006/relationships/tags" Target="../tags/tag389.xml"/><Relationship Id="rId37" Type="http://schemas.openxmlformats.org/officeDocument/2006/relationships/tags" Target="../tags/tag388.xml"/><Relationship Id="rId36" Type="http://schemas.openxmlformats.org/officeDocument/2006/relationships/tags" Target="../tags/tag387.xml"/><Relationship Id="rId35" Type="http://schemas.openxmlformats.org/officeDocument/2006/relationships/tags" Target="../tags/tag386.xml"/><Relationship Id="rId34" Type="http://schemas.openxmlformats.org/officeDocument/2006/relationships/tags" Target="../tags/tag385.xml"/><Relationship Id="rId33" Type="http://schemas.openxmlformats.org/officeDocument/2006/relationships/tags" Target="../tags/tag384.xml"/><Relationship Id="rId32" Type="http://schemas.openxmlformats.org/officeDocument/2006/relationships/tags" Target="../tags/tag383.xml"/><Relationship Id="rId31" Type="http://schemas.openxmlformats.org/officeDocument/2006/relationships/tags" Target="../tags/tag382.xml"/><Relationship Id="rId30" Type="http://schemas.openxmlformats.org/officeDocument/2006/relationships/tags" Target="../tags/tag381.xml"/><Relationship Id="rId3" Type="http://schemas.openxmlformats.org/officeDocument/2006/relationships/tags" Target="../tags/tag354.xml"/><Relationship Id="rId29" Type="http://schemas.openxmlformats.org/officeDocument/2006/relationships/tags" Target="../tags/tag380.xml"/><Relationship Id="rId28" Type="http://schemas.openxmlformats.org/officeDocument/2006/relationships/tags" Target="../tags/tag379.xml"/><Relationship Id="rId27" Type="http://schemas.openxmlformats.org/officeDocument/2006/relationships/tags" Target="../tags/tag378.xml"/><Relationship Id="rId26" Type="http://schemas.openxmlformats.org/officeDocument/2006/relationships/tags" Target="../tags/tag377.xml"/><Relationship Id="rId25" Type="http://schemas.openxmlformats.org/officeDocument/2006/relationships/tags" Target="../tags/tag376.xml"/><Relationship Id="rId24" Type="http://schemas.openxmlformats.org/officeDocument/2006/relationships/tags" Target="../tags/tag375.xml"/><Relationship Id="rId23" Type="http://schemas.openxmlformats.org/officeDocument/2006/relationships/tags" Target="../tags/tag374.xml"/><Relationship Id="rId22" Type="http://schemas.openxmlformats.org/officeDocument/2006/relationships/tags" Target="../tags/tag373.xml"/><Relationship Id="rId21" Type="http://schemas.openxmlformats.org/officeDocument/2006/relationships/tags" Target="../tags/tag372.xml"/><Relationship Id="rId20" Type="http://schemas.openxmlformats.org/officeDocument/2006/relationships/tags" Target="../tags/tag371.xml"/><Relationship Id="rId2" Type="http://schemas.openxmlformats.org/officeDocument/2006/relationships/tags" Target="../tags/tag353.xml"/><Relationship Id="rId19" Type="http://schemas.openxmlformats.org/officeDocument/2006/relationships/tags" Target="../tags/tag370.xml"/><Relationship Id="rId18" Type="http://schemas.openxmlformats.org/officeDocument/2006/relationships/tags" Target="../tags/tag369.xml"/><Relationship Id="rId17" Type="http://schemas.openxmlformats.org/officeDocument/2006/relationships/tags" Target="../tags/tag368.xml"/><Relationship Id="rId16" Type="http://schemas.openxmlformats.org/officeDocument/2006/relationships/tags" Target="../tags/tag367.xml"/><Relationship Id="rId15" Type="http://schemas.openxmlformats.org/officeDocument/2006/relationships/tags" Target="../tags/tag366.xml"/><Relationship Id="rId14" Type="http://schemas.openxmlformats.org/officeDocument/2006/relationships/tags" Target="../tags/tag365.xml"/><Relationship Id="rId13" Type="http://schemas.openxmlformats.org/officeDocument/2006/relationships/tags" Target="../tags/tag364.xml"/><Relationship Id="rId12" Type="http://schemas.openxmlformats.org/officeDocument/2006/relationships/tags" Target="../tags/tag363.xml"/><Relationship Id="rId11" Type="http://schemas.openxmlformats.org/officeDocument/2006/relationships/tags" Target="../tags/tag362.xml"/><Relationship Id="rId10" Type="http://schemas.openxmlformats.org/officeDocument/2006/relationships/tags" Target="../tags/tag361.xml"/><Relationship Id="rId1" Type="http://schemas.openxmlformats.org/officeDocument/2006/relationships/tags" Target="../tags/tag352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450.xml"/><Relationship Id="rId3" Type="http://schemas.openxmlformats.org/officeDocument/2006/relationships/tags" Target="../tags/tag449.xml"/><Relationship Id="rId2" Type="http://schemas.openxmlformats.org/officeDocument/2006/relationships/tags" Target="../tags/tag448.xml"/><Relationship Id="rId1" Type="http://schemas.openxmlformats.org/officeDocument/2006/relationships/tags" Target="../tags/tag447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459.xml"/><Relationship Id="rId8" Type="http://schemas.openxmlformats.org/officeDocument/2006/relationships/tags" Target="../tags/tag458.xml"/><Relationship Id="rId7" Type="http://schemas.openxmlformats.org/officeDocument/2006/relationships/tags" Target="../tags/tag457.xml"/><Relationship Id="rId6" Type="http://schemas.openxmlformats.org/officeDocument/2006/relationships/tags" Target="../tags/tag456.xml"/><Relationship Id="rId5" Type="http://schemas.openxmlformats.org/officeDocument/2006/relationships/tags" Target="../tags/tag455.xml"/><Relationship Id="rId43" Type="http://schemas.openxmlformats.org/officeDocument/2006/relationships/slideLayout" Target="../slideLayouts/slideLayout7.xml"/><Relationship Id="rId42" Type="http://schemas.openxmlformats.org/officeDocument/2006/relationships/image" Target="../media/image35.png"/><Relationship Id="rId41" Type="http://schemas.openxmlformats.org/officeDocument/2006/relationships/tags" Target="../tags/tag491.xml"/><Relationship Id="rId40" Type="http://schemas.openxmlformats.org/officeDocument/2006/relationships/tags" Target="../tags/tag490.xml"/><Relationship Id="rId4" Type="http://schemas.openxmlformats.org/officeDocument/2006/relationships/tags" Target="../tags/tag454.xml"/><Relationship Id="rId39" Type="http://schemas.openxmlformats.org/officeDocument/2006/relationships/tags" Target="../tags/tag489.xml"/><Relationship Id="rId38" Type="http://schemas.openxmlformats.org/officeDocument/2006/relationships/tags" Target="../tags/tag488.xml"/><Relationship Id="rId37" Type="http://schemas.openxmlformats.org/officeDocument/2006/relationships/tags" Target="../tags/tag487.xml"/><Relationship Id="rId36" Type="http://schemas.openxmlformats.org/officeDocument/2006/relationships/tags" Target="../tags/tag486.xml"/><Relationship Id="rId35" Type="http://schemas.openxmlformats.org/officeDocument/2006/relationships/tags" Target="../tags/tag485.xml"/><Relationship Id="rId34" Type="http://schemas.openxmlformats.org/officeDocument/2006/relationships/tags" Target="../tags/tag484.xml"/><Relationship Id="rId33" Type="http://schemas.openxmlformats.org/officeDocument/2006/relationships/tags" Target="../tags/tag483.xml"/><Relationship Id="rId32" Type="http://schemas.openxmlformats.org/officeDocument/2006/relationships/tags" Target="../tags/tag482.xml"/><Relationship Id="rId31" Type="http://schemas.openxmlformats.org/officeDocument/2006/relationships/tags" Target="../tags/tag481.xml"/><Relationship Id="rId30" Type="http://schemas.openxmlformats.org/officeDocument/2006/relationships/tags" Target="../tags/tag480.xml"/><Relationship Id="rId3" Type="http://schemas.openxmlformats.org/officeDocument/2006/relationships/tags" Target="../tags/tag453.xml"/><Relationship Id="rId29" Type="http://schemas.openxmlformats.org/officeDocument/2006/relationships/tags" Target="../tags/tag479.xml"/><Relationship Id="rId28" Type="http://schemas.openxmlformats.org/officeDocument/2006/relationships/tags" Target="../tags/tag478.xml"/><Relationship Id="rId27" Type="http://schemas.openxmlformats.org/officeDocument/2006/relationships/tags" Target="../tags/tag477.xml"/><Relationship Id="rId26" Type="http://schemas.openxmlformats.org/officeDocument/2006/relationships/tags" Target="../tags/tag476.xml"/><Relationship Id="rId25" Type="http://schemas.openxmlformats.org/officeDocument/2006/relationships/tags" Target="../tags/tag475.xml"/><Relationship Id="rId24" Type="http://schemas.openxmlformats.org/officeDocument/2006/relationships/tags" Target="../tags/tag474.xml"/><Relationship Id="rId23" Type="http://schemas.openxmlformats.org/officeDocument/2006/relationships/tags" Target="../tags/tag473.xml"/><Relationship Id="rId22" Type="http://schemas.openxmlformats.org/officeDocument/2006/relationships/tags" Target="../tags/tag472.xml"/><Relationship Id="rId21" Type="http://schemas.openxmlformats.org/officeDocument/2006/relationships/tags" Target="../tags/tag471.xml"/><Relationship Id="rId20" Type="http://schemas.openxmlformats.org/officeDocument/2006/relationships/tags" Target="../tags/tag470.xml"/><Relationship Id="rId2" Type="http://schemas.openxmlformats.org/officeDocument/2006/relationships/tags" Target="../tags/tag452.xml"/><Relationship Id="rId19" Type="http://schemas.openxmlformats.org/officeDocument/2006/relationships/tags" Target="../tags/tag469.xml"/><Relationship Id="rId18" Type="http://schemas.openxmlformats.org/officeDocument/2006/relationships/tags" Target="../tags/tag468.xml"/><Relationship Id="rId17" Type="http://schemas.openxmlformats.org/officeDocument/2006/relationships/tags" Target="../tags/tag467.xml"/><Relationship Id="rId16" Type="http://schemas.openxmlformats.org/officeDocument/2006/relationships/tags" Target="../tags/tag466.xml"/><Relationship Id="rId15" Type="http://schemas.openxmlformats.org/officeDocument/2006/relationships/tags" Target="../tags/tag465.xml"/><Relationship Id="rId14" Type="http://schemas.openxmlformats.org/officeDocument/2006/relationships/tags" Target="../tags/tag464.xml"/><Relationship Id="rId13" Type="http://schemas.openxmlformats.org/officeDocument/2006/relationships/tags" Target="../tags/tag463.xml"/><Relationship Id="rId12" Type="http://schemas.openxmlformats.org/officeDocument/2006/relationships/tags" Target="../tags/tag462.xml"/><Relationship Id="rId11" Type="http://schemas.openxmlformats.org/officeDocument/2006/relationships/tags" Target="../tags/tag461.xml"/><Relationship Id="rId10" Type="http://schemas.openxmlformats.org/officeDocument/2006/relationships/tags" Target="../tags/tag460.xml"/><Relationship Id="rId1" Type="http://schemas.openxmlformats.org/officeDocument/2006/relationships/tags" Target="../tags/tag451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500.xml"/><Relationship Id="rId8" Type="http://schemas.openxmlformats.org/officeDocument/2006/relationships/tags" Target="../tags/tag499.xml"/><Relationship Id="rId7" Type="http://schemas.openxmlformats.org/officeDocument/2006/relationships/tags" Target="../tags/tag498.xml"/><Relationship Id="rId6" Type="http://schemas.openxmlformats.org/officeDocument/2006/relationships/tags" Target="../tags/tag497.xml"/><Relationship Id="rId59" Type="http://schemas.openxmlformats.org/officeDocument/2006/relationships/slideLayout" Target="../slideLayouts/slideLayout7.xml"/><Relationship Id="rId58" Type="http://schemas.openxmlformats.org/officeDocument/2006/relationships/tags" Target="../tags/tag543.xml"/><Relationship Id="rId57" Type="http://schemas.openxmlformats.org/officeDocument/2006/relationships/tags" Target="../tags/tag542.xml"/><Relationship Id="rId56" Type="http://schemas.openxmlformats.org/officeDocument/2006/relationships/image" Target="../media/image41.svg"/><Relationship Id="rId55" Type="http://schemas.openxmlformats.org/officeDocument/2006/relationships/image" Target="../media/image40.png"/><Relationship Id="rId54" Type="http://schemas.openxmlformats.org/officeDocument/2006/relationships/tags" Target="../tags/tag541.xml"/><Relationship Id="rId53" Type="http://schemas.openxmlformats.org/officeDocument/2006/relationships/tags" Target="../tags/tag540.xml"/><Relationship Id="rId52" Type="http://schemas.openxmlformats.org/officeDocument/2006/relationships/tags" Target="../tags/tag539.xml"/><Relationship Id="rId51" Type="http://schemas.openxmlformats.org/officeDocument/2006/relationships/tags" Target="../tags/tag538.xml"/><Relationship Id="rId50" Type="http://schemas.openxmlformats.org/officeDocument/2006/relationships/tags" Target="../tags/tag537.xml"/><Relationship Id="rId5" Type="http://schemas.openxmlformats.org/officeDocument/2006/relationships/tags" Target="../tags/tag496.xml"/><Relationship Id="rId49" Type="http://schemas.openxmlformats.org/officeDocument/2006/relationships/tags" Target="../tags/tag536.xml"/><Relationship Id="rId48" Type="http://schemas.openxmlformats.org/officeDocument/2006/relationships/tags" Target="../tags/tag535.xml"/><Relationship Id="rId47" Type="http://schemas.openxmlformats.org/officeDocument/2006/relationships/tags" Target="../tags/tag534.xml"/><Relationship Id="rId46" Type="http://schemas.openxmlformats.org/officeDocument/2006/relationships/tags" Target="../tags/tag533.xml"/><Relationship Id="rId45" Type="http://schemas.openxmlformats.org/officeDocument/2006/relationships/tags" Target="../tags/tag532.xml"/><Relationship Id="rId44" Type="http://schemas.openxmlformats.org/officeDocument/2006/relationships/tags" Target="../tags/tag531.xml"/><Relationship Id="rId43" Type="http://schemas.openxmlformats.org/officeDocument/2006/relationships/tags" Target="../tags/tag530.xml"/><Relationship Id="rId42" Type="http://schemas.openxmlformats.org/officeDocument/2006/relationships/tags" Target="../tags/tag529.xml"/><Relationship Id="rId41" Type="http://schemas.openxmlformats.org/officeDocument/2006/relationships/image" Target="../media/image39.svg"/><Relationship Id="rId40" Type="http://schemas.openxmlformats.org/officeDocument/2006/relationships/image" Target="../media/image38.png"/><Relationship Id="rId4" Type="http://schemas.openxmlformats.org/officeDocument/2006/relationships/tags" Target="../tags/tag495.xml"/><Relationship Id="rId39" Type="http://schemas.openxmlformats.org/officeDocument/2006/relationships/tags" Target="../tags/tag528.xml"/><Relationship Id="rId38" Type="http://schemas.openxmlformats.org/officeDocument/2006/relationships/tags" Target="../tags/tag527.xml"/><Relationship Id="rId37" Type="http://schemas.openxmlformats.org/officeDocument/2006/relationships/tags" Target="../tags/tag526.xml"/><Relationship Id="rId36" Type="http://schemas.openxmlformats.org/officeDocument/2006/relationships/tags" Target="../tags/tag525.xml"/><Relationship Id="rId35" Type="http://schemas.openxmlformats.org/officeDocument/2006/relationships/tags" Target="../tags/tag524.xml"/><Relationship Id="rId34" Type="http://schemas.openxmlformats.org/officeDocument/2006/relationships/tags" Target="../tags/tag523.xml"/><Relationship Id="rId33" Type="http://schemas.openxmlformats.org/officeDocument/2006/relationships/tags" Target="../tags/tag522.xml"/><Relationship Id="rId32" Type="http://schemas.openxmlformats.org/officeDocument/2006/relationships/tags" Target="../tags/tag521.xml"/><Relationship Id="rId31" Type="http://schemas.openxmlformats.org/officeDocument/2006/relationships/tags" Target="../tags/tag520.xml"/><Relationship Id="rId30" Type="http://schemas.openxmlformats.org/officeDocument/2006/relationships/tags" Target="../tags/tag519.xml"/><Relationship Id="rId3" Type="http://schemas.openxmlformats.org/officeDocument/2006/relationships/tags" Target="../tags/tag494.xml"/><Relationship Id="rId29" Type="http://schemas.openxmlformats.org/officeDocument/2006/relationships/tags" Target="../tags/tag518.xml"/><Relationship Id="rId28" Type="http://schemas.openxmlformats.org/officeDocument/2006/relationships/tags" Target="../tags/tag517.xml"/><Relationship Id="rId27" Type="http://schemas.openxmlformats.org/officeDocument/2006/relationships/tags" Target="../tags/tag516.xml"/><Relationship Id="rId26" Type="http://schemas.openxmlformats.org/officeDocument/2006/relationships/image" Target="../media/image37.svg"/><Relationship Id="rId25" Type="http://schemas.openxmlformats.org/officeDocument/2006/relationships/image" Target="../media/image36.png"/><Relationship Id="rId24" Type="http://schemas.openxmlformats.org/officeDocument/2006/relationships/tags" Target="../tags/tag515.xml"/><Relationship Id="rId23" Type="http://schemas.openxmlformats.org/officeDocument/2006/relationships/tags" Target="../tags/tag514.xml"/><Relationship Id="rId22" Type="http://schemas.openxmlformats.org/officeDocument/2006/relationships/tags" Target="../tags/tag513.xml"/><Relationship Id="rId21" Type="http://schemas.openxmlformats.org/officeDocument/2006/relationships/tags" Target="../tags/tag512.xml"/><Relationship Id="rId20" Type="http://schemas.openxmlformats.org/officeDocument/2006/relationships/tags" Target="../tags/tag511.xml"/><Relationship Id="rId2" Type="http://schemas.openxmlformats.org/officeDocument/2006/relationships/tags" Target="../tags/tag493.xml"/><Relationship Id="rId19" Type="http://schemas.openxmlformats.org/officeDocument/2006/relationships/tags" Target="../tags/tag510.xml"/><Relationship Id="rId18" Type="http://schemas.openxmlformats.org/officeDocument/2006/relationships/tags" Target="../tags/tag509.xml"/><Relationship Id="rId17" Type="http://schemas.openxmlformats.org/officeDocument/2006/relationships/tags" Target="../tags/tag508.xml"/><Relationship Id="rId16" Type="http://schemas.openxmlformats.org/officeDocument/2006/relationships/tags" Target="../tags/tag507.xml"/><Relationship Id="rId15" Type="http://schemas.openxmlformats.org/officeDocument/2006/relationships/tags" Target="../tags/tag506.xml"/><Relationship Id="rId14" Type="http://schemas.openxmlformats.org/officeDocument/2006/relationships/tags" Target="../tags/tag505.xml"/><Relationship Id="rId13" Type="http://schemas.openxmlformats.org/officeDocument/2006/relationships/tags" Target="../tags/tag504.xml"/><Relationship Id="rId12" Type="http://schemas.openxmlformats.org/officeDocument/2006/relationships/tags" Target="../tags/tag503.xml"/><Relationship Id="rId11" Type="http://schemas.openxmlformats.org/officeDocument/2006/relationships/tags" Target="../tags/tag502.xml"/><Relationship Id="rId10" Type="http://schemas.openxmlformats.org/officeDocument/2006/relationships/tags" Target="../tags/tag501.xml"/><Relationship Id="rId1" Type="http://schemas.openxmlformats.org/officeDocument/2006/relationships/tags" Target="../tags/tag492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552.xml"/><Relationship Id="rId8" Type="http://schemas.openxmlformats.org/officeDocument/2006/relationships/tags" Target="../tags/tag551.xml"/><Relationship Id="rId7" Type="http://schemas.openxmlformats.org/officeDocument/2006/relationships/tags" Target="../tags/tag550.xml"/><Relationship Id="rId67" Type="http://schemas.openxmlformats.org/officeDocument/2006/relationships/slideLayout" Target="../slideLayouts/slideLayout7.xml"/><Relationship Id="rId66" Type="http://schemas.openxmlformats.org/officeDocument/2006/relationships/tags" Target="../tags/tag609.xml"/><Relationship Id="rId65" Type="http://schemas.openxmlformats.org/officeDocument/2006/relationships/tags" Target="../tags/tag608.xml"/><Relationship Id="rId64" Type="http://schemas.openxmlformats.org/officeDocument/2006/relationships/tags" Target="../tags/tag607.xml"/><Relationship Id="rId63" Type="http://schemas.openxmlformats.org/officeDocument/2006/relationships/tags" Target="../tags/tag606.xml"/><Relationship Id="rId62" Type="http://schemas.openxmlformats.org/officeDocument/2006/relationships/tags" Target="../tags/tag605.xml"/><Relationship Id="rId61" Type="http://schemas.openxmlformats.org/officeDocument/2006/relationships/tags" Target="../tags/tag604.xml"/><Relationship Id="rId60" Type="http://schemas.openxmlformats.org/officeDocument/2006/relationships/tags" Target="../tags/tag603.xml"/><Relationship Id="rId6" Type="http://schemas.openxmlformats.org/officeDocument/2006/relationships/tags" Target="../tags/tag549.xml"/><Relationship Id="rId59" Type="http://schemas.openxmlformats.org/officeDocument/2006/relationships/tags" Target="../tags/tag602.xml"/><Relationship Id="rId58" Type="http://schemas.openxmlformats.org/officeDocument/2006/relationships/tags" Target="../tags/tag601.xml"/><Relationship Id="rId57" Type="http://schemas.openxmlformats.org/officeDocument/2006/relationships/tags" Target="../tags/tag600.xml"/><Relationship Id="rId56" Type="http://schemas.openxmlformats.org/officeDocument/2006/relationships/tags" Target="../tags/tag599.xml"/><Relationship Id="rId55" Type="http://schemas.openxmlformats.org/officeDocument/2006/relationships/tags" Target="../tags/tag598.xml"/><Relationship Id="rId54" Type="http://schemas.openxmlformats.org/officeDocument/2006/relationships/tags" Target="../tags/tag597.xml"/><Relationship Id="rId53" Type="http://schemas.openxmlformats.org/officeDocument/2006/relationships/tags" Target="../tags/tag596.xml"/><Relationship Id="rId52" Type="http://schemas.openxmlformats.org/officeDocument/2006/relationships/tags" Target="../tags/tag595.xml"/><Relationship Id="rId51" Type="http://schemas.openxmlformats.org/officeDocument/2006/relationships/tags" Target="../tags/tag594.xml"/><Relationship Id="rId50" Type="http://schemas.openxmlformats.org/officeDocument/2006/relationships/tags" Target="../tags/tag593.xml"/><Relationship Id="rId5" Type="http://schemas.openxmlformats.org/officeDocument/2006/relationships/tags" Target="../tags/tag548.xml"/><Relationship Id="rId49" Type="http://schemas.openxmlformats.org/officeDocument/2006/relationships/tags" Target="../tags/tag592.xml"/><Relationship Id="rId48" Type="http://schemas.openxmlformats.org/officeDocument/2006/relationships/tags" Target="../tags/tag591.xml"/><Relationship Id="rId47" Type="http://schemas.openxmlformats.org/officeDocument/2006/relationships/tags" Target="../tags/tag590.xml"/><Relationship Id="rId46" Type="http://schemas.openxmlformats.org/officeDocument/2006/relationships/tags" Target="../tags/tag589.xml"/><Relationship Id="rId45" Type="http://schemas.openxmlformats.org/officeDocument/2006/relationships/tags" Target="../tags/tag588.xml"/><Relationship Id="rId44" Type="http://schemas.openxmlformats.org/officeDocument/2006/relationships/tags" Target="../tags/tag587.xml"/><Relationship Id="rId43" Type="http://schemas.openxmlformats.org/officeDocument/2006/relationships/tags" Target="../tags/tag586.xml"/><Relationship Id="rId42" Type="http://schemas.openxmlformats.org/officeDocument/2006/relationships/tags" Target="../tags/tag585.xml"/><Relationship Id="rId41" Type="http://schemas.openxmlformats.org/officeDocument/2006/relationships/tags" Target="../tags/tag584.xml"/><Relationship Id="rId40" Type="http://schemas.openxmlformats.org/officeDocument/2006/relationships/tags" Target="../tags/tag583.xml"/><Relationship Id="rId4" Type="http://schemas.openxmlformats.org/officeDocument/2006/relationships/tags" Target="../tags/tag547.xml"/><Relationship Id="rId39" Type="http://schemas.openxmlformats.org/officeDocument/2006/relationships/tags" Target="../tags/tag582.xml"/><Relationship Id="rId38" Type="http://schemas.openxmlformats.org/officeDocument/2006/relationships/tags" Target="../tags/tag581.xml"/><Relationship Id="rId37" Type="http://schemas.openxmlformats.org/officeDocument/2006/relationships/tags" Target="../tags/tag580.xml"/><Relationship Id="rId36" Type="http://schemas.openxmlformats.org/officeDocument/2006/relationships/tags" Target="../tags/tag579.xml"/><Relationship Id="rId35" Type="http://schemas.openxmlformats.org/officeDocument/2006/relationships/tags" Target="../tags/tag578.xml"/><Relationship Id="rId34" Type="http://schemas.openxmlformats.org/officeDocument/2006/relationships/tags" Target="../tags/tag577.xml"/><Relationship Id="rId33" Type="http://schemas.openxmlformats.org/officeDocument/2006/relationships/tags" Target="../tags/tag576.xml"/><Relationship Id="rId32" Type="http://schemas.openxmlformats.org/officeDocument/2006/relationships/tags" Target="../tags/tag575.xml"/><Relationship Id="rId31" Type="http://schemas.openxmlformats.org/officeDocument/2006/relationships/tags" Target="../tags/tag574.xml"/><Relationship Id="rId30" Type="http://schemas.openxmlformats.org/officeDocument/2006/relationships/tags" Target="../tags/tag573.xml"/><Relationship Id="rId3" Type="http://schemas.openxmlformats.org/officeDocument/2006/relationships/tags" Target="../tags/tag546.xml"/><Relationship Id="rId29" Type="http://schemas.openxmlformats.org/officeDocument/2006/relationships/tags" Target="../tags/tag572.xml"/><Relationship Id="rId28" Type="http://schemas.openxmlformats.org/officeDocument/2006/relationships/tags" Target="../tags/tag571.xml"/><Relationship Id="rId27" Type="http://schemas.openxmlformats.org/officeDocument/2006/relationships/tags" Target="../tags/tag570.xml"/><Relationship Id="rId26" Type="http://schemas.openxmlformats.org/officeDocument/2006/relationships/tags" Target="../tags/tag569.xml"/><Relationship Id="rId25" Type="http://schemas.openxmlformats.org/officeDocument/2006/relationships/tags" Target="../tags/tag568.xml"/><Relationship Id="rId24" Type="http://schemas.openxmlformats.org/officeDocument/2006/relationships/tags" Target="../tags/tag567.xml"/><Relationship Id="rId23" Type="http://schemas.openxmlformats.org/officeDocument/2006/relationships/tags" Target="../tags/tag566.xml"/><Relationship Id="rId22" Type="http://schemas.openxmlformats.org/officeDocument/2006/relationships/tags" Target="../tags/tag565.xml"/><Relationship Id="rId21" Type="http://schemas.openxmlformats.org/officeDocument/2006/relationships/tags" Target="../tags/tag564.xml"/><Relationship Id="rId20" Type="http://schemas.openxmlformats.org/officeDocument/2006/relationships/tags" Target="../tags/tag563.xml"/><Relationship Id="rId2" Type="http://schemas.openxmlformats.org/officeDocument/2006/relationships/tags" Target="../tags/tag545.xml"/><Relationship Id="rId19" Type="http://schemas.openxmlformats.org/officeDocument/2006/relationships/tags" Target="../tags/tag562.xml"/><Relationship Id="rId18" Type="http://schemas.openxmlformats.org/officeDocument/2006/relationships/tags" Target="../tags/tag561.xml"/><Relationship Id="rId17" Type="http://schemas.openxmlformats.org/officeDocument/2006/relationships/tags" Target="../tags/tag560.xml"/><Relationship Id="rId16" Type="http://schemas.openxmlformats.org/officeDocument/2006/relationships/tags" Target="../tags/tag559.xml"/><Relationship Id="rId15" Type="http://schemas.openxmlformats.org/officeDocument/2006/relationships/tags" Target="../tags/tag558.xml"/><Relationship Id="rId14" Type="http://schemas.openxmlformats.org/officeDocument/2006/relationships/tags" Target="../tags/tag557.xml"/><Relationship Id="rId13" Type="http://schemas.openxmlformats.org/officeDocument/2006/relationships/tags" Target="../tags/tag556.xml"/><Relationship Id="rId12" Type="http://schemas.openxmlformats.org/officeDocument/2006/relationships/tags" Target="../tags/tag555.xml"/><Relationship Id="rId11" Type="http://schemas.openxmlformats.org/officeDocument/2006/relationships/tags" Target="../tags/tag554.xml"/><Relationship Id="rId10" Type="http://schemas.openxmlformats.org/officeDocument/2006/relationships/tags" Target="../tags/tag553.xml"/><Relationship Id="rId1" Type="http://schemas.openxmlformats.org/officeDocument/2006/relationships/tags" Target="../tags/tag544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42.png"/><Relationship Id="rId8" Type="http://schemas.openxmlformats.org/officeDocument/2006/relationships/tags" Target="../tags/tag617.xml"/><Relationship Id="rId70" Type="http://schemas.openxmlformats.org/officeDocument/2006/relationships/slideLayout" Target="../slideLayouts/slideLayout7.xml"/><Relationship Id="rId7" Type="http://schemas.openxmlformats.org/officeDocument/2006/relationships/tags" Target="../tags/tag616.xml"/><Relationship Id="rId69" Type="http://schemas.openxmlformats.org/officeDocument/2006/relationships/tags" Target="../tags/tag670.xml"/><Relationship Id="rId68" Type="http://schemas.openxmlformats.org/officeDocument/2006/relationships/tags" Target="../tags/tag669.xml"/><Relationship Id="rId67" Type="http://schemas.openxmlformats.org/officeDocument/2006/relationships/tags" Target="../tags/tag668.xml"/><Relationship Id="rId66" Type="http://schemas.openxmlformats.org/officeDocument/2006/relationships/tags" Target="../tags/tag667.xml"/><Relationship Id="rId65" Type="http://schemas.openxmlformats.org/officeDocument/2006/relationships/tags" Target="../tags/tag666.xml"/><Relationship Id="rId64" Type="http://schemas.openxmlformats.org/officeDocument/2006/relationships/tags" Target="../tags/tag665.xml"/><Relationship Id="rId63" Type="http://schemas.openxmlformats.org/officeDocument/2006/relationships/tags" Target="../tags/tag664.xml"/><Relationship Id="rId62" Type="http://schemas.openxmlformats.org/officeDocument/2006/relationships/tags" Target="../tags/tag663.xml"/><Relationship Id="rId61" Type="http://schemas.openxmlformats.org/officeDocument/2006/relationships/tags" Target="../tags/tag662.xml"/><Relationship Id="rId60" Type="http://schemas.openxmlformats.org/officeDocument/2006/relationships/tags" Target="../tags/tag661.xml"/><Relationship Id="rId6" Type="http://schemas.openxmlformats.org/officeDocument/2006/relationships/tags" Target="../tags/tag615.xml"/><Relationship Id="rId59" Type="http://schemas.openxmlformats.org/officeDocument/2006/relationships/tags" Target="../tags/tag660.xml"/><Relationship Id="rId58" Type="http://schemas.openxmlformats.org/officeDocument/2006/relationships/tags" Target="../tags/tag659.xml"/><Relationship Id="rId57" Type="http://schemas.openxmlformats.org/officeDocument/2006/relationships/tags" Target="../tags/tag658.xml"/><Relationship Id="rId56" Type="http://schemas.openxmlformats.org/officeDocument/2006/relationships/tags" Target="../tags/tag657.xml"/><Relationship Id="rId55" Type="http://schemas.openxmlformats.org/officeDocument/2006/relationships/tags" Target="../tags/tag656.xml"/><Relationship Id="rId54" Type="http://schemas.openxmlformats.org/officeDocument/2006/relationships/tags" Target="../tags/tag655.xml"/><Relationship Id="rId53" Type="http://schemas.openxmlformats.org/officeDocument/2006/relationships/tags" Target="../tags/tag654.xml"/><Relationship Id="rId52" Type="http://schemas.openxmlformats.org/officeDocument/2006/relationships/tags" Target="../tags/tag653.xml"/><Relationship Id="rId51" Type="http://schemas.openxmlformats.org/officeDocument/2006/relationships/tags" Target="../tags/tag652.xml"/><Relationship Id="rId50" Type="http://schemas.openxmlformats.org/officeDocument/2006/relationships/tags" Target="../tags/tag651.xml"/><Relationship Id="rId5" Type="http://schemas.openxmlformats.org/officeDocument/2006/relationships/tags" Target="../tags/tag614.xml"/><Relationship Id="rId49" Type="http://schemas.openxmlformats.org/officeDocument/2006/relationships/tags" Target="../tags/tag650.xml"/><Relationship Id="rId48" Type="http://schemas.openxmlformats.org/officeDocument/2006/relationships/tags" Target="../tags/tag649.xml"/><Relationship Id="rId47" Type="http://schemas.openxmlformats.org/officeDocument/2006/relationships/tags" Target="../tags/tag648.xml"/><Relationship Id="rId46" Type="http://schemas.openxmlformats.org/officeDocument/2006/relationships/tags" Target="../tags/tag647.xml"/><Relationship Id="rId45" Type="http://schemas.openxmlformats.org/officeDocument/2006/relationships/tags" Target="../tags/tag646.xml"/><Relationship Id="rId44" Type="http://schemas.openxmlformats.org/officeDocument/2006/relationships/tags" Target="../tags/tag645.xml"/><Relationship Id="rId43" Type="http://schemas.openxmlformats.org/officeDocument/2006/relationships/tags" Target="../tags/tag644.xml"/><Relationship Id="rId42" Type="http://schemas.openxmlformats.org/officeDocument/2006/relationships/tags" Target="../tags/tag643.xml"/><Relationship Id="rId41" Type="http://schemas.openxmlformats.org/officeDocument/2006/relationships/tags" Target="../tags/tag642.xml"/><Relationship Id="rId40" Type="http://schemas.openxmlformats.org/officeDocument/2006/relationships/tags" Target="../tags/tag641.xml"/><Relationship Id="rId4" Type="http://schemas.openxmlformats.org/officeDocument/2006/relationships/tags" Target="../tags/tag613.xml"/><Relationship Id="rId39" Type="http://schemas.openxmlformats.org/officeDocument/2006/relationships/tags" Target="../tags/tag640.xml"/><Relationship Id="rId38" Type="http://schemas.openxmlformats.org/officeDocument/2006/relationships/tags" Target="../tags/tag639.xml"/><Relationship Id="rId37" Type="http://schemas.openxmlformats.org/officeDocument/2006/relationships/tags" Target="../tags/tag638.xml"/><Relationship Id="rId36" Type="http://schemas.openxmlformats.org/officeDocument/2006/relationships/tags" Target="../tags/tag637.xml"/><Relationship Id="rId35" Type="http://schemas.openxmlformats.org/officeDocument/2006/relationships/tags" Target="../tags/tag636.xml"/><Relationship Id="rId34" Type="http://schemas.openxmlformats.org/officeDocument/2006/relationships/tags" Target="../tags/tag635.xml"/><Relationship Id="rId33" Type="http://schemas.openxmlformats.org/officeDocument/2006/relationships/image" Target="../media/image49.svg"/><Relationship Id="rId32" Type="http://schemas.openxmlformats.org/officeDocument/2006/relationships/image" Target="../media/image48.png"/><Relationship Id="rId31" Type="http://schemas.openxmlformats.org/officeDocument/2006/relationships/tags" Target="../tags/tag634.xml"/><Relationship Id="rId30" Type="http://schemas.openxmlformats.org/officeDocument/2006/relationships/tags" Target="../tags/tag633.xml"/><Relationship Id="rId3" Type="http://schemas.openxmlformats.org/officeDocument/2006/relationships/tags" Target="../tags/tag612.xml"/><Relationship Id="rId29" Type="http://schemas.openxmlformats.org/officeDocument/2006/relationships/tags" Target="../tags/tag632.xml"/><Relationship Id="rId28" Type="http://schemas.openxmlformats.org/officeDocument/2006/relationships/tags" Target="../tags/tag631.xml"/><Relationship Id="rId27" Type="http://schemas.openxmlformats.org/officeDocument/2006/relationships/tags" Target="../tags/tag630.xml"/><Relationship Id="rId26" Type="http://schemas.openxmlformats.org/officeDocument/2006/relationships/tags" Target="../tags/tag629.xml"/><Relationship Id="rId25" Type="http://schemas.openxmlformats.org/officeDocument/2006/relationships/tags" Target="../tags/tag628.xml"/><Relationship Id="rId24" Type="http://schemas.openxmlformats.org/officeDocument/2006/relationships/image" Target="../media/image47.svg"/><Relationship Id="rId23" Type="http://schemas.openxmlformats.org/officeDocument/2006/relationships/image" Target="../media/image46.png"/><Relationship Id="rId22" Type="http://schemas.openxmlformats.org/officeDocument/2006/relationships/tags" Target="../tags/tag627.xml"/><Relationship Id="rId21" Type="http://schemas.openxmlformats.org/officeDocument/2006/relationships/tags" Target="../tags/tag626.xml"/><Relationship Id="rId20" Type="http://schemas.openxmlformats.org/officeDocument/2006/relationships/tags" Target="../tags/tag625.xml"/><Relationship Id="rId2" Type="http://schemas.openxmlformats.org/officeDocument/2006/relationships/tags" Target="../tags/tag611.xml"/><Relationship Id="rId19" Type="http://schemas.openxmlformats.org/officeDocument/2006/relationships/tags" Target="../tags/tag624.xml"/><Relationship Id="rId18" Type="http://schemas.openxmlformats.org/officeDocument/2006/relationships/tags" Target="../tags/tag623.xml"/><Relationship Id="rId17" Type="http://schemas.openxmlformats.org/officeDocument/2006/relationships/image" Target="../media/image45.svg"/><Relationship Id="rId16" Type="http://schemas.openxmlformats.org/officeDocument/2006/relationships/image" Target="../media/image44.png"/><Relationship Id="rId15" Type="http://schemas.openxmlformats.org/officeDocument/2006/relationships/tags" Target="../tags/tag622.xml"/><Relationship Id="rId14" Type="http://schemas.openxmlformats.org/officeDocument/2006/relationships/tags" Target="../tags/tag621.xml"/><Relationship Id="rId13" Type="http://schemas.openxmlformats.org/officeDocument/2006/relationships/tags" Target="../tags/tag620.xml"/><Relationship Id="rId12" Type="http://schemas.openxmlformats.org/officeDocument/2006/relationships/tags" Target="../tags/tag619.xml"/><Relationship Id="rId11" Type="http://schemas.openxmlformats.org/officeDocument/2006/relationships/tags" Target="../tags/tag618.xml"/><Relationship Id="rId10" Type="http://schemas.openxmlformats.org/officeDocument/2006/relationships/image" Target="../media/image43.svg"/><Relationship Id="rId1" Type="http://schemas.openxmlformats.org/officeDocument/2006/relationships/tags" Target="../tags/tag610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svg"/><Relationship Id="rId8" Type="http://schemas.openxmlformats.org/officeDocument/2006/relationships/image" Target="../media/image5.png"/><Relationship Id="rId7" Type="http://schemas.openxmlformats.org/officeDocument/2006/relationships/tags" Target="../tags/tag677.xml"/><Relationship Id="rId6" Type="http://schemas.openxmlformats.org/officeDocument/2006/relationships/tags" Target="../tags/tag676.xml"/><Relationship Id="rId5" Type="http://schemas.openxmlformats.org/officeDocument/2006/relationships/tags" Target="../tags/tag675.xml"/><Relationship Id="rId4" Type="http://schemas.openxmlformats.org/officeDocument/2006/relationships/tags" Target="../tags/tag674.xml"/><Relationship Id="rId3" Type="http://schemas.openxmlformats.org/officeDocument/2006/relationships/tags" Target="../tags/tag673.xml"/><Relationship Id="rId2" Type="http://schemas.openxmlformats.org/officeDocument/2006/relationships/tags" Target="../tags/tag672.xml"/><Relationship Id="rId10" Type="http://schemas.openxmlformats.org/officeDocument/2006/relationships/slideLayout" Target="../slideLayouts/slideLayout12.xml"/><Relationship Id="rId1" Type="http://schemas.openxmlformats.org/officeDocument/2006/relationships/tags" Target="../tags/tag6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任意多边形 5"/>
          <p:cNvSpPr/>
          <p:nvPr>
            <p:custDataLst>
              <p:tags r:id="rId1"/>
            </p:custDataLst>
          </p:nvPr>
        </p:nvSpPr>
        <p:spPr>
          <a:xfrm>
            <a:off x="673735" y="1559560"/>
            <a:ext cx="1250315" cy="328295"/>
          </a:xfrm>
          <a:custGeom>
            <a:avLst/>
            <a:gdLst>
              <a:gd name="sw" fmla="*/ 1 w 1968"/>
              <a:gd name="sh" fmla="*/ 1 h 517"/>
              <a:gd name="mins" fmla="min sw sh"/>
              <a:gd name="dsw" fmla="+- 0 sw mins"/>
              <a:gd name="dsh" fmla="+- 0 sh mins"/>
              <a:gd name="p0x0" fmla="*/ 258 w 1968"/>
              <a:gd name="p0y0" fmla="*/ 0 h 517"/>
              <a:gd name="p0x1" fmla="*/ 1710 w 1968"/>
              <a:gd name="p0y1" fmla="*/ 0 h 517"/>
              <a:gd name="p0x2" fmla="*/ 1853 w 1968"/>
              <a:gd name="p0y2" fmla="*/ 0 h 517"/>
              <a:gd name="p0x3" fmla="*/ 1968 w 1968"/>
              <a:gd name="p0y3" fmla="*/ 115 h 517"/>
              <a:gd name="p0x4" fmla="*/ 1968 w 1968"/>
              <a:gd name="p0y4" fmla="*/ 258 h 517"/>
              <a:gd name="p0x5" fmla="*/ 1968 w 1968"/>
              <a:gd name="p0y5" fmla="*/ 401 h 517"/>
              <a:gd name="p0x6" fmla="*/ 1853 w 1968"/>
              <a:gd name="p0y6" fmla="*/ 517 h 517"/>
              <a:gd name="p0x7" fmla="*/ 1710 w 1968"/>
              <a:gd name="p0y7" fmla="*/ 517 h 517"/>
              <a:gd name="p0x8" fmla="*/ 258 w 1968"/>
              <a:gd name="p0y8" fmla="*/ 517 h 517"/>
              <a:gd name="p0x9" fmla="*/ 115 w 1968"/>
              <a:gd name="p0y9" fmla="*/ 517 h 517"/>
              <a:gd name="p0x10" fmla="*/ 0 w 1968"/>
              <a:gd name="p0y10" fmla="*/ 401 h 517"/>
              <a:gd name="p0x11" fmla="*/ 0 w 1968"/>
              <a:gd name="p0y11" fmla="*/ 258 h 517"/>
              <a:gd name="p0x12" fmla="*/ 0 w 1968"/>
              <a:gd name="p0y12" fmla="*/ 115 h 517"/>
              <a:gd name="p0x13" fmla="*/ 115 w 1968"/>
              <a:gd name="p0y13" fmla="*/ 0 h 517"/>
              <a:gd name="p0x14" fmla="*/ 258 w 1968"/>
              <a:gd name="p0y14" fmla="*/ 0 h 51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noFill/>
          <a:ln w="14288" cmpd="sng">
            <a:solidFill>
              <a:srgbClr val="E8D8C8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814388" y="1624013"/>
            <a:ext cx="1121721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 spc="72">
                <a:solidFill>
                  <a:srgbClr val="F5A623"/>
                </a:solidFill>
                <a:latin typeface="汉仪正圆-45W" panose="00020600040101010101" charset="-122"/>
                <a:ea typeface="汉仪正圆-45W" panose="00020600040101010101" charset="-122"/>
              </a:rPr>
              <a:t>校园心理支持</a:t>
            </a:r>
            <a:endParaRPr sz="1200" b="1" spc="72">
              <a:solidFill>
                <a:srgbClr val="F5A623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-84455" y="2562225"/>
            <a:ext cx="6356350" cy="10121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lang="zh-CN" altLang="en-US" sz="6600" b="1">
                <a:solidFill>
                  <a:srgbClr val="F5A623"/>
                </a:solidFill>
                <a:latin typeface="华康行楷体 W5" panose="03000509000000000000" charset="-122"/>
                <a:ea typeface="华康行楷体 W5" panose="03000509000000000000" charset="-122"/>
                <a:cs typeface="汉仪正圆-75W" panose="00020600040101010101" charset="-122"/>
              </a:rPr>
              <a:t>华农心晴导航</a:t>
            </a:r>
            <a:endParaRPr lang="zh-CN" altLang="en-US" sz="6600" b="1">
              <a:solidFill>
                <a:srgbClr val="F5A623"/>
              </a:solidFill>
              <a:latin typeface="华康行楷体 W5" panose="03000509000000000000" charset="-122"/>
              <a:ea typeface="华康行楷体 W5" panose="03000509000000000000" charset="-122"/>
              <a:cs typeface="汉仪正圆-75W" panose="00020600040101010101" charset="-122"/>
            </a:endParaRPr>
          </a:p>
          <a:p>
            <a:pPr algn="ctr">
              <a:lnSpc>
                <a:spcPct val="104000"/>
              </a:lnSpc>
            </a:pPr>
            <a:endParaRPr lang="zh-CN" altLang="en-US" sz="6600" b="1">
              <a:solidFill>
                <a:srgbClr val="F5A623"/>
              </a:solidFill>
              <a:latin typeface="华康行楷体 W5" panose="03000509000000000000" charset="-122"/>
              <a:ea typeface="华康行楷体 W5" panose="03000509000000000000" charset="-122"/>
              <a:cs typeface="汉仪正圆-75W" panose="00020600040101010101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561340" y="4510405"/>
            <a:ext cx="6271260" cy="10356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pc="30">
                <a:solidFill>
                  <a:srgbClr val="6A5A4A"/>
                </a:solidFill>
                <a:latin typeface="汉仪正圆-45W" panose="00020600040101010101" charset="-122"/>
                <a:ea typeface="汉仪正圆-45W" panose="00020600040101010101" charset="-122"/>
              </a:rPr>
              <a:t>校园心理支持</a:t>
            </a:r>
            <a:r>
              <a:rPr lang="en-US" altLang="zh-CN" spc="30">
                <a:solidFill>
                  <a:srgbClr val="6A5A4A"/>
                </a:solidFill>
                <a:latin typeface="汉仪正圆-45W" panose="00020600040101010101" charset="-122"/>
                <a:ea typeface="汉仪正圆-45W" panose="00020600040101010101" charset="-122"/>
              </a:rPr>
              <a:t> AI </a:t>
            </a:r>
            <a:r>
              <a:rPr lang="zh-CN" altLang="en-US" spc="30">
                <a:solidFill>
                  <a:srgbClr val="6A5A4A"/>
                </a:solidFill>
                <a:latin typeface="汉仪正圆-45W" panose="00020600040101010101" charset="-122"/>
                <a:ea typeface="汉仪正圆-45W" panose="00020600040101010101" charset="-122"/>
              </a:rPr>
              <a:t>助手</a:t>
            </a:r>
            <a:endParaRPr lang="zh-CN" altLang="en-US" spc="30">
              <a:solidFill>
                <a:srgbClr val="6A5A4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  <a:p>
            <a:pPr algn="l">
              <a:lnSpc>
                <a:spcPct val="133000"/>
              </a:lnSpc>
            </a:pPr>
            <a:r>
              <a:rPr sz="1500" spc="30">
                <a:solidFill>
                  <a:srgbClr val="6A5A4A"/>
                </a:solidFill>
                <a:latin typeface="汉仪正圆-45W" panose="00020600040101010101" charset="-122"/>
                <a:ea typeface="汉仪正圆-45W" panose="00020600040101010101" charset="-122"/>
              </a:rPr>
              <a:t>一个懂校园场景、能连续陪伴、可进行轻量心理筛查的校园心理支持入口</a:t>
            </a:r>
            <a:endParaRPr sz="1500" spc="30">
              <a:solidFill>
                <a:srgbClr val="6A5A4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  <a:p>
            <a:pPr algn="l">
              <a:lnSpc>
                <a:spcPct val="133000"/>
              </a:lnSpc>
            </a:pPr>
            <a:r>
              <a:rPr lang="zh-CN" altLang="en-US" sz="1500" spc="30">
                <a:solidFill>
                  <a:srgbClr val="6A5A4A"/>
                </a:solidFill>
                <a:latin typeface="汉仪正圆-45W" panose="00020600040101010101" charset="-122"/>
                <a:ea typeface="汉仪正圆-45W" panose="00020600040101010101" charset="-122"/>
              </a:rPr>
              <a:t>面向华南农业大学学生，提供情绪支持、校园服务导航与专业转介</a:t>
            </a:r>
            <a:endParaRPr lang="zh-CN" altLang="en-US" sz="1500" spc="30">
              <a:solidFill>
                <a:srgbClr val="6A5A4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  <a:p>
            <a:pPr algn="l">
              <a:lnSpc>
                <a:spcPct val="133000"/>
              </a:lnSpc>
            </a:pPr>
            <a:endParaRPr lang="zh-CN" altLang="en-US" sz="1500" spc="30">
              <a:solidFill>
                <a:srgbClr val="6A5A4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3" name="任意多边形 2"/>
          <p:cNvSpPr/>
          <p:nvPr>
            <p:custDataLst>
              <p:tags r:id="rId5"/>
            </p:custDataLst>
          </p:nvPr>
        </p:nvSpPr>
        <p:spPr>
          <a:xfrm>
            <a:off x="666750" y="1152525"/>
            <a:ext cx="95250" cy="95250"/>
          </a:xfrm>
          <a:custGeom>
            <a:avLst/>
            <a:gdLst>
              <a:gd name="sw" fmla="*/ 1 w 150"/>
              <a:gd name="sh" fmla="*/ 1 h 150"/>
              <a:gd name="mins" fmla="min sw sh"/>
              <a:gd name="dsw" fmla="+- 0 sw mins"/>
              <a:gd name="dsh" fmla="+- 0 sh mins"/>
              <a:gd name="p0x0" fmla="*/ 75 w 150"/>
              <a:gd name="p0y0" fmla="*/ 0 h 150"/>
              <a:gd name="p0x1" fmla="*/ 116 w 150"/>
              <a:gd name="p0y1" fmla="*/ 0 h 150"/>
              <a:gd name="p0x2" fmla="*/ 150 w 150"/>
              <a:gd name="p0y2" fmla="*/ 33 h 150"/>
              <a:gd name="p0x3" fmla="*/ 150 w 150"/>
              <a:gd name="p0y3" fmla="*/ 75 h 150"/>
              <a:gd name="p0x4" fmla="*/ 150 w 150"/>
              <a:gd name="p0y4" fmla="*/ 116 h 150"/>
              <a:gd name="p0x5" fmla="*/ 116 w 150"/>
              <a:gd name="p0y5" fmla="*/ 150 h 150"/>
              <a:gd name="p0x6" fmla="*/ 75 w 150"/>
              <a:gd name="p0y6" fmla="*/ 150 h 150"/>
              <a:gd name="p0x7" fmla="*/ 33 w 150"/>
              <a:gd name="p0y7" fmla="*/ 150 h 150"/>
              <a:gd name="p0x8" fmla="*/ 0 w 150"/>
              <a:gd name="p0y8" fmla="*/ 116 h 150"/>
              <a:gd name="p0x9" fmla="*/ 0 w 150"/>
              <a:gd name="p0y9" fmla="*/ 75 h 150"/>
              <a:gd name="p0x10" fmla="*/ 0 w 150"/>
              <a:gd name="p0y10" fmla="*/ 33 h 150"/>
              <a:gd name="p0x11" fmla="*/ 33 w 150"/>
              <a:gd name="p0y11" fmla="*/ 0 h 150"/>
              <a:gd name="p0x12" fmla="*/ 75 w 150"/>
              <a:gd name="p0y12" fmla="*/ 0 h 15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5A623">
              <a:alpha val="55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>
            <p:custDataLst>
              <p:tags r:id="rId6"/>
            </p:custDataLst>
          </p:nvPr>
        </p:nvSpPr>
        <p:spPr>
          <a:xfrm>
            <a:off x="838200" y="117157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5A623">
              <a:alpha val="35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7"/>
            </p:custDataLst>
          </p:nvPr>
        </p:nvSpPr>
        <p:spPr>
          <a:xfrm>
            <a:off x="971550" y="1181100"/>
            <a:ext cx="38100" cy="38100"/>
          </a:xfrm>
          <a:custGeom>
            <a:avLst/>
            <a:gdLst>
              <a:gd name="sw" fmla="*/ 1 w 60"/>
              <a:gd name="sh" fmla="*/ 1 h 60"/>
              <a:gd name="mins" fmla="min sw sh"/>
              <a:gd name="dsw" fmla="+- 0 sw mins"/>
              <a:gd name="dsh" fmla="+- 0 sh mins"/>
              <a:gd name="p0x0" fmla="*/ 30 w 60"/>
              <a:gd name="p0y0" fmla="*/ 0 h 60"/>
              <a:gd name="p0x1" fmla="*/ 46 w 60"/>
              <a:gd name="p0y1" fmla="*/ 0 h 60"/>
              <a:gd name="p0x2" fmla="*/ 60 w 60"/>
              <a:gd name="p0y2" fmla="*/ 13 h 60"/>
              <a:gd name="p0x3" fmla="*/ 60 w 60"/>
              <a:gd name="p0y3" fmla="*/ 30 h 60"/>
              <a:gd name="p0x4" fmla="*/ 60 w 60"/>
              <a:gd name="p0y4" fmla="*/ 46 h 60"/>
              <a:gd name="p0x5" fmla="*/ 46 w 60"/>
              <a:gd name="p0y5" fmla="*/ 60 h 60"/>
              <a:gd name="p0x6" fmla="*/ 30 w 60"/>
              <a:gd name="p0y6" fmla="*/ 60 h 60"/>
              <a:gd name="p0x7" fmla="*/ 13 w 60"/>
              <a:gd name="p0y7" fmla="*/ 60 h 60"/>
              <a:gd name="p0x8" fmla="*/ 0 w 60"/>
              <a:gd name="p0y8" fmla="*/ 46 h 60"/>
              <a:gd name="p0x9" fmla="*/ 0 w 60"/>
              <a:gd name="p0y9" fmla="*/ 30 h 60"/>
              <a:gd name="p0x10" fmla="*/ 0 w 60"/>
              <a:gd name="p0y10" fmla="*/ 13 h 60"/>
              <a:gd name="p0x11" fmla="*/ 13 w 60"/>
              <a:gd name="p0y11" fmla="*/ 0 h 60"/>
              <a:gd name="p0x12" fmla="*/ 30 w 60"/>
              <a:gd name="p0y12" fmla="*/ 0 h 6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5A623">
              <a:alpha val="2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6750" y="4248150"/>
            <a:ext cx="1143000" cy="76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任意多边形 2"/>
          <p:cNvSpPr/>
          <p:nvPr>
            <p:custDataLst>
              <p:tags r:id="rId1"/>
            </p:custDataLst>
          </p:nvPr>
        </p:nvSpPr>
        <p:spPr>
          <a:xfrm>
            <a:off x="457200" y="476250"/>
            <a:ext cx="552450" cy="552450"/>
          </a:xfrm>
          <a:custGeom>
            <a:avLst/>
            <a:gdLst>
              <a:gd name="sw" fmla="*/ 1 w 870"/>
              <a:gd name="sh" fmla="*/ 1 h 870"/>
              <a:gd name="mins" fmla="min sw sh"/>
              <a:gd name="dsw" fmla="+- 0 sw mins"/>
              <a:gd name="dsh" fmla="+- 0 sh mins"/>
              <a:gd name="p0a3dx" fmla="*/ dsw 960 1"/>
              <a:gd name="p0a3dy" fmla="*/ dsh 990 1"/>
              <a:gd name="p0x0" fmla="*/ 240 w 870"/>
              <a:gd name="p0y0" fmla="*/ 0 h 870"/>
              <a:gd name="p0x1" fmla="*/ 630 w 870"/>
              <a:gd name="p0y1" fmla="*/ 0 h 870"/>
              <a:gd name="p0x2" fmla="*/ 762 w 870"/>
              <a:gd name="p0y2" fmla="*/ 0 h 870"/>
              <a:gd name="p0x3" fmla="*/ 870 w 870"/>
              <a:gd name="p0y3" fmla="*/ 107 h 870"/>
              <a:gd name="p0x4" fmla="*/ 870 w 870"/>
              <a:gd name="p0y4" fmla="*/ 240 h 870"/>
              <a:gd name="p0x5" fmla="*/ 870 w 870"/>
              <a:gd name="p0y5" fmla="*/ 630 h 870"/>
              <a:gd name="p0x6s" fmla="*/ 870 mins 1"/>
              <a:gd name="p0x6" fmla="+- p0x6s p0a3dx 0"/>
              <a:gd name="p0y6s" fmla="*/ 762 mins 1"/>
              <a:gd name="p0y6" fmla="+- p0y6s p0a3dy 0"/>
              <a:gd name="p0x7s" fmla="*/ 762 mins 1"/>
              <a:gd name="p0x7" fmla="+- p0x7s p0a3dx 0"/>
              <a:gd name="p0y7s" fmla="*/ 870 mins 1"/>
              <a:gd name="p0y7" fmla="+- p0y7s p0a3dy 0"/>
              <a:gd name="p0x8s" fmla="*/ 630 mins 1"/>
              <a:gd name="p0x8" fmla="+- p0x8s p0a3dx 0"/>
              <a:gd name="p0y8s" fmla="*/ 870 mins 1"/>
              <a:gd name="p0y8" fmla="+- p0y8s p0a3dy 0"/>
              <a:gd name="p0x9" fmla="*/ 240 w 870"/>
              <a:gd name="p0y9" fmla="*/ 870 h 870"/>
              <a:gd name="p0x10" fmla="*/ 107 w 870"/>
              <a:gd name="p0y10" fmla="*/ 870 h 870"/>
              <a:gd name="p0x11" fmla="*/ 0 w 870"/>
              <a:gd name="p0y11" fmla="*/ 762 h 870"/>
              <a:gd name="p0x12" fmla="*/ 0 w 870"/>
              <a:gd name="p0y12" fmla="*/ 630 h 870"/>
              <a:gd name="p0x13" fmla="*/ 0 w 870"/>
              <a:gd name="p0y13" fmla="*/ 240 h 870"/>
              <a:gd name="p0x14" fmla="*/ 0 w 870"/>
              <a:gd name="p0y14" fmla="*/ 107 h 870"/>
              <a:gd name="p0x15" fmla="*/ 107 w 870"/>
              <a:gd name="p0y15" fmla="*/ 0 h 870"/>
              <a:gd name="p0x16" fmla="*/ 240 w 870"/>
              <a:gd name="p0y16" fmla="*/ 0 h 87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E8C3"/>
          </a:solidFill>
          <a:ln>
            <a:noFill/>
          </a:ln>
          <a:effectLst>
            <a:outerShdw blurRad="42863" dist="9525" dir="5399999" algn="ctr" rotWithShape="0">
              <a:srgbClr val="5A3A0A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1025" y="600075"/>
            <a:ext cx="304800" cy="304800"/>
          </a:xfrm>
          <a:prstGeom prst="rect">
            <a:avLst/>
          </a:prstGeom>
          <a:noFill/>
        </p:spPr>
      </p:pic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1200150" y="319088"/>
            <a:ext cx="7547219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30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1 </a:t>
            </a:r>
            <a:r>
              <a:rPr sz="30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作品定位与部署形态</a:t>
            </a:r>
            <a:endParaRPr sz="300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1200150" y="842963"/>
            <a:ext cx="7547219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 spc="3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</a:rPr>
              <a:t>华农心晴导航</a:t>
            </a:r>
            <a:r>
              <a:rPr lang="en-US" altLang="zh-CN" sz="1500" spc="3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500" spc="3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校园心理支持</a:t>
            </a:r>
            <a:r>
              <a:rPr lang="en-US" altLang="zh-CN" sz="1500" spc="3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500" spc="3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助手与服务导航入口</a:t>
            </a:r>
            <a:endParaRPr lang="zh-CN" altLang="en-US" sz="1500" spc="30">
              <a:solidFill>
                <a:srgbClr val="6A5A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任意多边形 7"/>
          <p:cNvSpPr/>
          <p:nvPr>
            <p:custDataLst>
              <p:tags r:id="rId7"/>
            </p:custDataLst>
          </p:nvPr>
        </p:nvSpPr>
        <p:spPr>
          <a:xfrm>
            <a:off x="8942070" y="614073"/>
            <a:ext cx="1360142" cy="276197"/>
          </a:xfrm>
          <a:custGeom>
            <a:avLst/>
            <a:gdLst>
              <a:gd name="sw" fmla="*/ 1 w 2319"/>
              <a:gd name="sh" fmla="*/ 1 h 435"/>
              <a:gd name="mins" fmla="min sw sh"/>
              <a:gd name="dsw" fmla="+- 0 sw mins"/>
              <a:gd name="dsh" fmla="+- 0 sh mins"/>
              <a:gd name="p0x0" fmla="*/ 217 w 2319"/>
              <a:gd name="p0y0" fmla="*/ 0 h 435"/>
              <a:gd name="p0x1" fmla="*/ 2101 w 2319"/>
              <a:gd name="p0y1" fmla="*/ 0 h 435"/>
              <a:gd name="p0x2" fmla="*/ 2222 w 2319"/>
              <a:gd name="p0y2" fmla="*/ 0 h 435"/>
              <a:gd name="p0x3" fmla="*/ 2319 w 2319"/>
              <a:gd name="p0y3" fmla="*/ 97 h 435"/>
              <a:gd name="p0x4" fmla="*/ 2319 w 2319"/>
              <a:gd name="p0y4" fmla="*/ 217 h 435"/>
              <a:gd name="p0x5" fmla="*/ 2319 w 2319"/>
              <a:gd name="p0y5" fmla="*/ 337 h 435"/>
              <a:gd name="p0x6" fmla="*/ 2222 w 2319"/>
              <a:gd name="p0y6" fmla="*/ 435 h 435"/>
              <a:gd name="p0x7" fmla="*/ 2101 w 2319"/>
              <a:gd name="p0y7" fmla="*/ 435 h 435"/>
              <a:gd name="p0x8" fmla="*/ 217 w 2319"/>
              <a:gd name="p0y8" fmla="*/ 435 h 435"/>
              <a:gd name="p0x9" fmla="*/ 97 w 2319"/>
              <a:gd name="p0y9" fmla="*/ 435 h 435"/>
              <a:gd name="p0x10" fmla="*/ 0 w 2319"/>
              <a:gd name="p0y10" fmla="*/ 337 h 435"/>
              <a:gd name="p0x11" fmla="*/ 0 w 2319"/>
              <a:gd name="p0y11" fmla="*/ 217 h 435"/>
              <a:gd name="p0x12" fmla="*/ 0 w 2319"/>
              <a:gd name="p0y12" fmla="*/ 97 h 435"/>
              <a:gd name="p0x13" fmla="*/ 97 w 2319"/>
              <a:gd name="p0y13" fmla="*/ 0 h 435"/>
              <a:gd name="p0x14" fmla="*/ 217 w 2319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DE8C3"/>
          </a:solidFill>
          <a:ln w="9525" cmpd="sng">
            <a:solidFill>
              <a:srgbClr val="F5A623"/>
            </a:solidFill>
            <a:prstDash val="solid"/>
          </a:ln>
          <a:effectLst>
            <a:outerShdw blurRad="42863" dist="9525" dir="5399999" algn="ctr" rotWithShape="0">
              <a:srgbClr val="5A3A0A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9099794" y="667703"/>
            <a:ext cx="1310954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83000"/>
              </a:lnSpc>
            </a:pPr>
            <a:r>
              <a:rPr lang="zh-CN" altLang="en-US" sz="1200" b="1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华农心晴导航</a:t>
            </a:r>
            <a:r>
              <a:rPr lang="en-US" altLang="zh-CN" sz="1200" b="1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zh-CN" sz="1200" b="1">
              <a:solidFill>
                <a:srgbClr val="5A3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任意多边形 9"/>
          <p:cNvSpPr/>
          <p:nvPr>
            <p:custDataLst>
              <p:tags r:id="rId9"/>
            </p:custDataLst>
          </p:nvPr>
        </p:nvSpPr>
        <p:spPr>
          <a:xfrm>
            <a:off x="10500995" y="614045"/>
            <a:ext cx="1228725" cy="276225"/>
          </a:xfrm>
          <a:custGeom>
            <a:avLst/>
            <a:gdLst>
              <a:gd name="sw" fmla="*/ 1 w 1935"/>
              <a:gd name="sh" fmla="*/ 1 h 435"/>
              <a:gd name="mins" fmla="min sw sh"/>
              <a:gd name="dsw" fmla="+- 0 sw mins"/>
              <a:gd name="dsh" fmla="+- 0 sh mins"/>
              <a:gd name="p0x0" fmla="*/ 217 w 1935"/>
              <a:gd name="p0y0" fmla="*/ 0 h 435"/>
              <a:gd name="p0x1" fmla="*/ 1717 w 1935"/>
              <a:gd name="p0y1" fmla="*/ 0 h 435"/>
              <a:gd name="p0x2" fmla="*/ 1837 w 1935"/>
              <a:gd name="p0y2" fmla="*/ 0 h 435"/>
              <a:gd name="p0x3" fmla="*/ 1935 w 1935"/>
              <a:gd name="p0y3" fmla="*/ 97 h 435"/>
              <a:gd name="p0x4" fmla="*/ 1935 w 1935"/>
              <a:gd name="p0y4" fmla="*/ 217 h 435"/>
              <a:gd name="p0x5" fmla="*/ 1935 w 1935"/>
              <a:gd name="p0y5" fmla="*/ 337 h 435"/>
              <a:gd name="p0x6" fmla="*/ 1837 w 1935"/>
              <a:gd name="p0y6" fmla="*/ 435 h 435"/>
              <a:gd name="p0x7" fmla="*/ 1717 w 1935"/>
              <a:gd name="p0y7" fmla="*/ 435 h 435"/>
              <a:gd name="p0x8" fmla="*/ 217 w 1935"/>
              <a:gd name="p0y8" fmla="*/ 435 h 435"/>
              <a:gd name="p0x9" fmla="*/ 97 w 1935"/>
              <a:gd name="p0y9" fmla="*/ 435 h 435"/>
              <a:gd name="p0x10" fmla="*/ 0 w 1935"/>
              <a:gd name="p0y10" fmla="*/ 337 h 435"/>
              <a:gd name="p0x11" fmla="*/ 0 w 1935"/>
              <a:gd name="p0y11" fmla="*/ 217 h 435"/>
              <a:gd name="p0x12" fmla="*/ 0 w 1935"/>
              <a:gd name="p0y12" fmla="*/ 97 h 435"/>
              <a:gd name="p0x13" fmla="*/ 97 w 1935"/>
              <a:gd name="p0y13" fmla="*/ 0 h 435"/>
              <a:gd name="p0x14" fmla="*/ 217 w 1935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8D8C8"/>
            </a:solidFill>
            <a:prstDash val="solid"/>
          </a:ln>
          <a:effectLst>
            <a:outerShdw blurRad="42863" dist="9525" dir="5399999" algn="ctr" rotWithShape="0">
              <a:srgbClr val="5A3A0A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10658399" y="667703"/>
            <a:ext cx="1066876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83000"/>
              </a:lnSpc>
            </a:pPr>
            <a:r>
              <a:rPr sz="1200" b="1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</a:rPr>
              <a:t>校园心理支持</a:t>
            </a:r>
            <a:endParaRPr sz="1200" b="1">
              <a:solidFill>
                <a:srgbClr val="6A5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11"/>
            </p:custDataLst>
          </p:nvPr>
        </p:nvSpPr>
        <p:spPr>
          <a:xfrm>
            <a:off x="461645" y="1318895"/>
            <a:ext cx="11268075" cy="490855"/>
          </a:xfrm>
          <a:custGeom>
            <a:avLst/>
            <a:gdLst>
              <a:gd name="sw" fmla="*/ 1 w 17745"/>
              <a:gd name="sh" fmla="*/ 1 h 772"/>
              <a:gd name="mins" fmla="min sw sh"/>
              <a:gd name="dsw" fmla="+- 0 sw mins"/>
              <a:gd name="dsh" fmla="+- 0 sh mins"/>
              <a:gd name="p0x0" fmla="*/ 240 w 17745"/>
              <a:gd name="p0y0" fmla="*/ 0 h 772"/>
              <a:gd name="p0x1" fmla="*/ 17505 w 17745"/>
              <a:gd name="p0y1" fmla="*/ 0 h 772"/>
              <a:gd name="p0x2" fmla="*/ 17637 w 17745"/>
              <a:gd name="p0y2" fmla="*/ 0 h 772"/>
              <a:gd name="p0x3" fmla="*/ 17745 w 17745"/>
              <a:gd name="p0y3" fmla="*/ 107 h 772"/>
              <a:gd name="p0x4" fmla="*/ 17745 w 17745"/>
              <a:gd name="p0y4" fmla="*/ 240 h 772"/>
              <a:gd name="p0x5" fmla="*/ 17745 w 17745"/>
              <a:gd name="p0y5" fmla="*/ 532 h 772"/>
              <a:gd name="p0x6" fmla="*/ 17745 w 17745"/>
              <a:gd name="p0y6" fmla="*/ 665 h 772"/>
              <a:gd name="p0x7" fmla="*/ 17637 w 17745"/>
              <a:gd name="p0y7" fmla="*/ 772 h 772"/>
              <a:gd name="p0x8" fmla="*/ 17505 w 17745"/>
              <a:gd name="p0y8" fmla="*/ 772 h 772"/>
              <a:gd name="p0x9" fmla="*/ 240 w 17745"/>
              <a:gd name="p0y9" fmla="*/ 772 h 772"/>
              <a:gd name="p0x10" fmla="*/ 107 w 17745"/>
              <a:gd name="p0y10" fmla="*/ 772 h 772"/>
              <a:gd name="p0x11" fmla="*/ 0 w 17745"/>
              <a:gd name="p0y11" fmla="*/ 665 h 772"/>
              <a:gd name="p0x12" fmla="*/ 0 w 17745"/>
              <a:gd name="p0y12" fmla="*/ 532 h 772"/>
              <a:gd name="p0x13" fmla="*/ 0 w 17745"/>
              <a:gd name="p0y13" fmla="*/ 240 h 772"/>
              <a:gd name="p0x14" fmla="*/ 0 w 17745"/>
              <a:gd name="p0y14" fmla="*/ 107 h 772"/>
              <a:gd name="p0x15" fmla="*/ 107 w 17745"/>
              <a:gd name="p0y15" fmla="*/ 0 h 772"/>
              <a:gd name="p0x16" fmla="*/ 240 w 17745"/>
              <a:gd name="p0y16" fmla="*/ 0 h 77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E8C3"/>
          </a:solidFill>
          <a:ln w="9525" cmpd="sng">
            <a:solidFill>
              <a:srgbClr val="F5A623"/>
            </a:solidFill>
            <a:prstDash val="solid"/>
          </a:ln>
          <a:effectLst>
            <a:outerShdw blurRad="42863" dist="9525" dir="5399999" algn="ctr" rotWithShape="0">
              <a:srgbClr val="5A3A0A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76275" y="1459230"/>
            <a:ext cx="209550" cy="209550"/>
          </a:xfrm>
          <a:prstGeom prst="rect">
            <a:avLst/>
          </a:prstGeom>
          <a:noFill/>
        </p:spPr>
      </p:pic>
      <p:sp>
        <p:nvSpPr>
          <p:cNvPr id="15" name="文本框 14"/>
          <p:cNvSpPr txBox="1"/>
          <p:nvPr>
            <p:custDataLst>
              <p:tags r:id="rId15"/>
            </p:custDataLst>
          </p:nvPr>
        </p:nvSpPr>
        <p:spPr>
          <a:xfrm>
            <a:off x="1000125" y="1438275"/>
            <a:ext cx="6657975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500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</a:t>
            </a:r>
            <a:r>
              <a:rPr lang="en-US" altLang="zh-CN" sz="1500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</a:rPr>
              <a:t>「表达困扰」</a:t>
            </a:r>
            <a:r>
              <a:rPr lang="en-US" sz="1500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00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</a:t>
            </a:r>
            <a:r>
              <a:rPr lang="en-US" altLang="zh-CN" sz="1500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</a:rPr>
              <a:t>「获得支持」</a:t>
            </a:r>
            <a:r>
              <a:rPr lang="en-US" sz="1500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00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的完整闭环</a:t>
            </a:r>
            <a:r>
              <a:rPr lang="en-US" altLang="zh-CN" sz="1500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—— </a:t>
            </a:r>
            <a:r>
              <a:rPr lang="zh-CN" altLang="en-US" sz="1500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校园心理支持的第一站</a:t>
            </a:r>
            <a:endParaRPr lang="zh-CN" altLang="en-US" sz="1500">
              <a:solidFill>
                <a:srgbClr val="5A3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任意多边形 84"/>
          <p:cNvSpPr/>
          <p:nvPr>
            <p:custDataLst>
              <p:tags r:id="rId16"/>
            </p:custDataLst>
          </p:nvPr>
        </p:nvSpPr>
        <p:spPr>
          <a:xfrm>
            <a:off x="461645" y="6081395"/>
            <a:ext cx="11268075" cy="428625"/>
          </a:xfrm>
          <a:custGeom>
            <a:avLst/>
            <a:gdLst>
              <a:gd name="sw" fmla="*/ 1 w 17745"/>
              <a:gd name="sh" fmla="*/ 1 h 675"/>
              <a:gd name="mins" fmla="min sw sh"/>
              <a:gd name="dsw" fmla="+- 0 sw mins"/>
              <a:gd name="dsh" fmla="+- 0 sh mins"/>
              <a:gd name="p0x0" fmla="*/ 337 w 17745"/>
              <a:gd name="p0y0" fmla="*/ 0 h 675"/>
              <a:gd name="p0x1" fmla="*/ 17407 w 17745"/>
              <a:gd name="p0y1" fmla="*/ 0 h 675"/>
              <a:gd name="p0x2" fmla="*/ 17593 w 17745"/>
              <a:gd name="p0y2" fmla="*/ 0 h 675"/>
              <a:gd name="p0x3" fmla="*/ 17745 w 17745"/>
              <a:gd name="p0y3" fmla="*/ 151 h 675"/>
              <a:gd name="p0x4" fmla="*/ 17745 w 17745"/>
              <a:gd name="p0y4" fmla="*/ 337 h 675"/>
              <a:gd name="p0x5" fmla="*/ 17745 w 17745"/>
              <a:gd name="p0y5" fmla="*/ 523 h 675"/>
              <a:gd name="p0x6" fmla="*/ 17593 w 17745"/>
              <a:gd name="p0y6" fmla="*/ 675 h 675"/>
              <a:gd name="p0x7" fmla="*/ 17407 w 17745"/>
              <a:gd name="p0y7" fmla="*/ 675 h 675"/>
              <a:gd name="p0x8" fmla="*/ 337 w 17745"/>
              <a:gd name="p0y8" fmla="*/ 675 h 675"/>
              <a:gd name="p0x9" fmla="*/ 151 w 17745"/>
              <a:gd name="p0y9" fmla="*/ 675 h 675"/>
              <a:gd name="p0x10" fmla="*/ 0 w 17745"/>
              <a:gd name="p0y10" fmla="*/ 523 h 675"/>
              <a:gd name="p0x11" fmla="*/ 0 w 17745"/>
              <a:gd name="p0y11" fmla="*/ 337 h 675"/>
              <a:gd name="p0x12" fmla="*/ 0 w 17745"/>
              <a:gd name="p0y12" fmla="*/ 151 h 675"/>
              <a:gd name="p0x13" fmla="*/ 151 w 17745"/>
              <a:gd name="p0y13" fmla="*/ 0 h 675"/>
              <a:gd name="p0x14" fmla="*/ 337 w 17745"/>
              <a:gd name="p0y14" fmla="*/ 0 h 6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5D0D0"/>
          </a:solidFill>
          <a:ln w="9525" cmpd="sng">
            <a:solidFill>
              <a:srgbClr val="D95A5A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6" name="图片 85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609465" y="6219825"/>
            <a:ext cx="152400" cy="152400"/>
          </a:xfrm>
          <a:prstGeom prst="rect">
            <a:avLst/>
          </a:prstGeom>
          <a:noFill/>
        </p:spPr>
      </p:pic>
      <p:sp>
        <p:nvSpPr>
          <p:cNvPr id="88" name="文本框 87"/>
          <p:cNvSpPr txBox="1"/>
          <p:nvPr>
            <p:custDataLst>
              <p:tags r:id="rId20"/>
            </p:custDataLst>
          </p:nvPr>
        </p:nvSpPr>
        <p:spPr>
          <a:xfrm>
            <a:off x="4838624" y="6181725"/>
            <a:ext cx="29147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 b="1">
                <a:solidFill>
                  <a:srgbClr val="5A1A1A"/>
                </a:solidFill>
                <a:latin typeface="微软雅黑" panose="020B0503020204020204" charset="-122"/>
                <a:ea typeface="微软雅黑" panose="020B0503020204020204" charset="-122"/>
              </a:rPr>
              <a:t>不替代心理咨询师、医生或紧急救援</a:t>
            </a:r>
            <a:endParaRPr sz="1350" b="1">
              <a:solidFill>
                <a:srgbClr val="5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矩形 15"/>
          <p:cNvSpPr/>
          <p:nvPr>
            <p:custDataLst>
              <p:tags r:id="rId21"/>
            </p:custDataLst>
          </p:nvPr>
        </p:nvSpPr>
        <p:spPr>
          <a:xfrm>
            <a:off x="461645" y="1971675"/>
            <a:ext cx="5629275" cy="3985895"/>
          </a:xfrm>
          <a:prstGeom prst="rect">
            <a:avLst/>
          </a:prstGeom>
          <a:solidFill>
            <a:srgbClr val="FEFCF9"/>
          </a:solidFill>
          <a:ln w="9525" cmpd="sng">
            <a:solidFill>
              <a:srgbClr val="F0E8DC"/>
            </a:solidFill>
            <a:prstDash val="solid"/>
          </a:ln>
          <a:effectLst>
            <a:outerShdw blurRad="42863" dist="9525" dir="5399999" algn="ctr" rotWithShape="0">
              <a:srgbClr val="5A3A0A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>
            <p:custDataLst>
              <p:tags r:id="rId22"/>
            </p:custDataLst>
          </p:nvPr>
        </p:nvSpPr>
        <p:spPr>
          <a:xfrm>
            <a:off x="657225" y="2200275"/>
            <a:ext cx="38100" cy="266700"/>
          </a:xfrm>
          <a:custGeom>
            <a:avLst/>
            <a:gdLst>
              <a:gd name="sw" fmla="*/ 1 w 60"/>
              <a:gd name="sh" fmla="*/ 1 h 420"/>
              <a:gd name="mins" fmla="min sw sh"/>
              <a:gd name="dsw" fmla="+- 0 sw mins"/>
              <a:gd name="dsh" fmla="+- 0 sh mins"/>
              <a:gd name="p0x0" fmla="*/ 30 w 60"/>
              <a:gd name="p0y0" fmla="*/ 0 h 420"/>
              <a:gd name="p0x1" fmla="*/ 46 w 60"/>
              <a:gd name="p0y1" fmla="*/ 0 h 420"/>
              <a:gd name="p0x2" fmla="*/ 60 w 60"/>
              <a:gd name="p0y2" fmla="*/ 13 h 420"/>
              <a:gd name="p0x3" fmla="*/ 60 w 60"/>
              <a:gd name="p0y3" fmla="*/ 30 h 420"/>
              <a:gd name="p0x4" fmla="*/ 60 w 60"/>
              <a:gd name="p0y4" fmla="*/ 390 h 420"/>
              <a:gd name="p0x5" fmla="*/ 60 w 60"/>
              <a:gd name="p0y5" fmla="*/ 406 h 420"/>
              <a:gd name="p0x6" fmla="*/ 46 w 60"/>
              <a:gd name="p0y6" fmla="*/ 420 h 420"/>
              <a:gd name="p0x7" fmla="*/ 30 w 60"/>
              <a:gd name="p0y7" fmla="*/ 420 h 420"/>
              <a:gd name="p0x8" fmla="*/ 13 w 60"/>
              <a:gd name="p0y8" fmla="*/ 420 h 420"/>
              <a:gd name="p0x9" fmla="*/ 0 w 60"/>
              <a:gd name="p0y9" fmla="*/ 406 h 420"/>
              <a:gd name="p0x10" fmla="*/ 0 w 60"/>
              <a:gd name="p0y10" fmla="*/ 390 h 420"/>
              <a:gd name="p0x11" fmla="*/ 0 w 60"/>
              <a:gd name="p0y11" fmla="*/ 30 h 420"/>
              <a:gd name="p0x12" fmla="*/ 0 w 60"/>
              <a:gd name="p0y12" fmla="*/ 13 h 420"/>
              <a:gd name="p0x13" fmla="*/ 13 w 60"/>
              <a:gd name="p0y13" fmla="*/ 0 h 420"/>
              <a:gd name="p0x14" fmla="*/ 30 w 60"/>
              <a:gd name="p0y14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5A62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23"/>
            </p:custDataLst>
          </p:nvPr>
        </p:nvSpPr>
        <p:spPr>
          <a:xfrm>
            <a:off x="771525" y="2150745"/>
            <a:ext cx="135485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基本信息</a:t>
            </a:r>
            <a:endParaRPr sz="2100" b="1" spc="42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24"/>
            </p:custDataLst>
          </p:nvPr>
        </p:nvSpPr>
        <p:spPr>
          <a:xfrm>
            <a:off x="661670" y="2619375"/>
            <a:ext cx="5229225" cy="691515"/>
          </a:xfrm>
          <a:custGeom>
            <a:avLst/>
            <a:gdLst>
              <a:gd name="sw" fmla="*/ 1 w 8235"/>
              <a:gd name="sh" fmla="*/ 1 h 1089"/>
              <a:gd name="mins" fmla="min sw sh"/>
              <a:gd name="dsw" fmla="+- 0 sw mins"/>
              <a:gd name="dsh" fmla="+- 0 sh mins"/>
              <a:gd name="p0x0" fmla="*/ 120 w 8235"/>
              <a:gd name="p0y0" fmla="*/ 0 h 1089"/>
              <a:gd name="p0x1" fmla="*/ 8115 w 8235"/>
              <a:gd name="p0y1" fmla="*/ 0 h 1089"/>
              <a:gd name="p0x2" fmla="*/ 8181 w 8235"/>
              <a:gd name="p0y2" fmla="*/ 0 h 1089"/>
              <a:gd name="p0x3" fmla="*/ 8235 w 8235"/>
              <a:gd name="p0y3" fmla="*/ 53 h 1089"/>
              <a:gd name="p0x4" fmla="*/ 8235 w 8235"/>
              <a:gd name="p0y4" fmla="*/ 120 h 1089"/>
              <a:gd name="p0x5" fmla="*/ 8235 w 8235"/>
              <a:gd name="p0y5" fmla="*/ 969 h 1089"/>
              <a:gd name="p0x6" fmla="*/ 8235 w 8235"/>
              <a:gd name="p0y6" fmla="*/ 1035 h 1089"/>
              <a:gd name="p0x7" fmla="*/ 8181 w 8235"/>
              <a:gd name="p0y7" fmla="*/ 1089 h 1089"/>
              <a:gd name="p0x8" fmla="*/ 8115 w 8235"/>
              <a:gd name="p0y8" fmla="*/ 1089 h 1089"/>
              <a:gd name="p0x9" fmla="*/ 120 w 8235"/>
              <a:gd name="p0y9" fmla="*/ 1089 h 1089"/>
              <a:gd name="p0x10" fmla="*/ 53 w 8235"/>
              <a:gd name="p0y10" fmla="*/ 1089 h 1089"/>
              <a:gd name="p0x11" fmla="*/ 0 w 8235"/>
              <a:gd name="p0y11" fmla="*/ 1035 h 1089"/>
              <a:gd name="p0x12" fmla="*/ 0 w 8235"/>
              <a:gd name="p0y12" fmla="*/ 969 h 1089"/>
              <a:gd name="p0x13" fmla="*/ 0 w 8235"/>
              <a:gd name="p0y13" fmla="*/ 120 h 1089"/>
              <a:gd name="p0x14" fmla="*/ 0 w 8235"/>
              <a:gd name="p0y14" fmla="*/ 53 h 1089"/>
              <a:gd name="p0x15" fmla="*/ 53 w 8235"/>
              <a:gd name="p0y15" fmla="*/ 0 h 1089"/>
              <a:gd name="p0x16" fmla="*/ 120 w 8235"/>
              <a:gd name="p0y16" fmla="*/ 0 h 108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2E0"/>
          </a:solidFill>
          <a:ln w="9525" cmpd="sng">
            <a:solidFill>
              <a:srgbClr val="F0E8D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>
            <p:custDataLst>
              <p:tags r:id="rId25"/>
            </p:custDataLst>
          </p:nvPr>
        </p:nvSpPr>
        <p:spPr>
          <a:xfrm>
            <a:off x="823595" y="2788920"/>
            <a:ext cx="828675" cy="352425"/>
          </a:xfrm>
          <a:custGeom>
            <a:avLst/>
            <a:gdLst>
              <a:gd name="sw" fmla="*/ 1 w 1305"/>
              <a:gd name="sh" fmla="*/ 1 h 555"/>
              <a:gd name="mins" fmla="min sw sh"/>
              <a:gd name="dsw" fmla="+- 0 sw mins"/>
              <a:gd name="dsh" fmla="+- 0 sh mins"/>
              <a:gd name="p0x0" fmla="*/ 60 w 1305"/>
              <a:gd name="p0y0" fmla="*/ 0 h 555"/>
              <a:gd name="p0x1" fmla="*/ 1245 w 1305"/>
              <a:gd name="p0y1" fmla="*/ 0 h 555"/>
              <a:gd name="p0x2" fmla="*/ 1278 w 1305"/>
              <a:gd name="p0y2" fmla="*/ 0 h 555"/>
              <a:gd name="p0x3" fmla="*/ 1305 w 1305"/>
              <a:gd name="p0y3" fmla="*/ 26 h 555"/>
              <a:gd name="p0x4" fmla="*/ 1305 w 1305"/>
              <a:gd name="p0y4" fmla="*/ 60 h 555"/>
              <a:gd name="p0x5" fmla="*/ 1305 w 1305"/>
              <a:gd name="p0y5" fmla="*/ 495 h 555"/>
              <a:gd name="p0x6" fmla="*/ 1305 w 1305"/>
              <a:gd name="p0y6" fmla="*/ 528 h 555"/>
              <a:gd name="p0x7" fmla="*/ 1278 w 1305"/>
              <a:gd name="p0y7" fmla="*/ 555 h 555"/>
              <a:gd name="p0x8" fmla="*/ 1245 w 1305"/>
              <a:gd name="p0y8" fmla="*/ 555 h 555"/>
              <a:gd name="p0x9" fmla="*/ 60 w 1305"/>
              <a:gd name="p0y9" fmla="*/ 555 h 555"/>
              <a:gd name="p0x10" fmla="*/ 26 w 1305"/>
              <a:gd name="p0y10" fmla="*/ 555 h 555"/>
              <a:gd name="p0x11" fmla="*/ 0 w 1305"/>
              <a:gd name="p0y11" fmla="*/ 528 h 555"/>
              <a:gd name="p0x12" fmla="*/ 0 w 1305"/>
              <a:gd name="p0y12" fmla="*/ 495 h 555"/>
              <a:gd name="p0x13" fmla="*/ 0 w 1305"/>
              <a:gd name="p0y13" fmla="*/ 60 h 555"/>
              <a:gd name="p0x14" fmla="*/ 0 w 1305"/>
              <a:gd name="p0y14" fmla="*/ 26 h 555"/>
              <a:gd name="p0x15" fmla="*/ 26 w 1305"/>
              <a:gd name="p0y15" fmla="*/ 0 h 555"/>
              <a:gd name="p0x16" fmla="*/ 60 w 1305"/>
              <a:gd name="p0y16" fmla="*/ 0 h 5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E8C3"/>
          </a:solidFill>
          <a:ln w="9525" cmpd="sng">
            <a:solidFill>
              <a:srgbClr val="F5A623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26"/>
            </p:custDataLst>
          </p:nvPr>
        </p:nvSpPr>
        <p:spPr>
          <a:xfrm>
            <a:off x="809549" y="2850956"/>
            <a:ext cx="8573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350" b="1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</a:rPr>
              <a:t>作品名称</a:t>
            </a:r>
            <a:endParaRPr sz="1350" b="1">
              <a:solidFill>
                <a:srgbClr val="5A3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27"/>
            </p:custDataLst>
          </p:nvPr>
        </p:nvSpPr>
        <p:spPr>
          <a:xfrm>
            <a:off x="1771650" y="2822381"/>
            <a:ext cx="3962400" cy="2809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3000"/>
              </a:lnSpc>
            </a:pPr>
            <a:r>
              <a:rPr lang="zh-CN" altLang="en-US"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华农心晴导航</a:t>
            </a:r>
            <a:endParaRPr lang="en-US" altLang="zh-CN" sz="1500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任意多边形 22"/>
          <p:cNvSpPr/>
          <p:nvPr>
            <p:custDataLst>
              <p:tags r:id="rId28"/>
            </p:custDataLst>
          </p:nvPr>
        </p:nvSpPr>
        <p:spPr>
          <a:xfrm>
            <a:off x="661670" y="3434715"/>
            <a:ext cx="5229225" cy="691515"/>
          </a:xfrm>
          <a:custGeom>
            <a:avLst/>
            <a:gdLst>
              <a:gd name="sw" fmla="*/ 1 w 8235"/>
              <a:gd name="sh" fmla="*/ 1 h 1089"/>
              <a:gd name="mins" fmla="min sw sh"/>
              <a:gd name="dsw" fmla="+- 0 sw mins"/>
              <a:gd name="dsh" fmla="+- 0 sh mins"/>
              <a:gd name="p0x0" fmla="*/ 120 w 8235"/>
              <a:gd name="p0y0" fmla="*/ 0 h 1089"/>
              <a:gd name="p0x1" fmla="*/ 8115 w 8235"/>
              <a:gd name="p0y1" fmla="*/ 0 h 1089"/>
              <a:gd name="p0x2" fmla="*/ 8181 w 8235"/>
              <a:gd name="p0y2" fmla="*/ 0 h 1089"/>
              <a:gd name="p0x3" fmla="*/ 8235 w 8235"/>
              <a:gd name="p0y3" fmla="*/ 53 h 1089"/>
              <a:gd name="p0x4" fmla="*/ 8235 w 8235"/>
              <a:gd name="p0y4" fmla="*/ 120 h 1089"/>
              <a:gd name="p0x5" fmla="*/ 8235 w 8235"/>
              <a:gd name="p0y5" fmla="*/ 969 h 1089"/>
              <a:gd name="p0x6" fmla="*/ 8235 w 8235"/>
              <a:gd name="p0y6" fmla="*/ 1035 h 1089"/>
              <a:gd name="p0x7" fmla="*/ 8181 w 8235"/>
              <a:gd name="p0y7" fmla="*/ 1089 h 1089"/>
              <a:gd name="p0x8" fmla="*/ 8115 w 8235"/>
              <a:gd name="p0y8" fmla="*/ 1089 h 1089"/>
              <a:gd name="p0x9" fmla="*/ 120 w 8235"/>
              <a:gd name="p0y9" fmla="*/ 1089 h 1089"/>
              <a:gd name="p0x10" fmla="*/ 53 w 8235"/>
              <a:gd name="p0y10" fmla="*/ 1089 h 1089"/>
              <a:gd name="p0x11" fmla="*/ 0 w 8235"/>
              <a:gd name="p0y11" fmla="*/ 1035 h 1089"/>
              <a:gd name="p0x12" fmla="*/ 0 w 8235"/>
              <a:gd name="p0y12" fmla="*/ 969 h 1089"/>
              <a:gd name="p0x13" fmla="*/ 0 w 8235"/>
              <a:gd name="p0y13" fmla="*/ 120 h 1089"/>
              <a:gd name="p0x14" fmla="*/ 0 w 8235"/>
              <a:gd name="p0y14" fmla="*/ 53 h 1089"/>
              <a:gd name="p0x15" fmla="*/ 53 w 8235"/>
              <a:gd name="p0y15" fmla="*/ 0 h 1089"/>
              <a:gd name="p0x16" fmla="*/ 120 w 8235"/>
              <a:gd name="p0y16" fmla="*/ 0 h 108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2E0"/>
          </a:solidFill>
          <a:ln w="9525" cmpd="sng">
            <a:solidFill>
              <a:srgbClr val="F0E8D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任意多边形 23"/>
          <p:cNvSpPr/>
          <p:nvPr>
            <p:custDataLst>
              <p:tags r:id="rId29"/>
            </p:custDataLst>
          </p:nvPr>
        </p:nvSpPr>
        <p:spPr>
          <a:xfrm>
            <a:off x="823595" y="3604260"/>
            <a:ext cx="828675" cy="352425"/>
          </a:xfrm>
          <a:custGeom>
            <a:avLst/>
            <a:gdLst>
              <a:gd name="sw" fmla="*/ 1 w 1305"/>
              <a:gd name="sh" fmla="*/ 1 h 555"/>
              <a:gd name="mins" fmla="min sw sh"/>
              <a:gd name="dsw" fmla="+- 0 sw mins"/>
              <a:gd name="dsh" fmla="+- 0 sh mins"/>
              <a:gd name="p0x0" fmla="*/ 60 w 1305"/>
              <a:gd name="p0y0" fmla="*/ 0 h 555"/>
              <a:gd name="p0x1" fmla="*/ 1245 w 1305"/>
              <a:gd name="p0y1" fmla="*/ 0 h 555"/>
              <a:gd name="p0x2" fmla="*/ 1278 w 1305"/>
              <a:gd name="p0y2" fmla="*/ 0 h 555"/>
              <a:gd name="p0x3" fmla="*/ 1305 w 1305"/>
              <a:gd name="p0y3" fmla="*/ 26 h 555"/>
              <a:gd name="p0x4" fmla="*/ 1305 w 1305"/>
              <a:gd name="p0y4" fmla="*/ 60 h 555"/>
              <a:gd name="p0x5" fmla="*/ 1305 w 1305"/>
              <a:gd name="p0y5" fmla="*/ 495 h 555"/>
              <a:gd name="p0x6" fmla="*/ 1305 w 1305"/>
              <a:gd name="p0y6" fmla="*/ 528 h 555"/>
              <a:gd name="p0x7" fmla="*/ 1278 w 1305"/>
              <a:gd name="p0y7" fmla="*/ 555 h 555"/>
              <a:gd name="p0x8" fmla="*/ 1245 w 1305"/>
              <a:gd name="p0y8" fmla="*/ 555 h 555"/>
              <a:gd name="p0x9" fmla="*/ 60 w 1305"/>
              <a:gd name="p0y9" fmla="*/ 555 h 555"/>
              <a:gd name="p0x10" fmla="*/ 26 w 1305"/>
              <a:gd name="p0y10" fmla="*/ 555 h 555"/>
              <a:gd name="p0x11" fmla="*/ 0 w 1305"/>
              <a:gd name="p0y11" fmla="*/ 528 h 555"/>
              <a:gd name="p0x12" fmla="*/ 0 w 1305"/>
              <a:gd name="p0y12" fmla="*/ 495 h 555"/>
              <a:gd name="p0x13" fmla="*/ 0 w 1305"/>
              <a:gd name="p0y13" fmla="*/ 60 h 555"/>
              <a:gd name="p0x14" fmla="*/ 0 w 1305"/>
              <a:gd name="p0y14" fmla="*/ 26 h 555"/>
              <a:gd name="p0x15" fmla="*/ 26 w 1305"/>
              <a:gd name="p0y15" fmla="*/ 0 h 555"/>
              <a:gd name="p0x16" fmla="*/ 60 w 1305"/>
              <a:gd name="p0y16" fmla="*/ 0 h 5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E8C3"/>
          </a:solidFill>
          <a:ln w="9525" cmpd="sng">
            <a:solidFill>
              <a:srgbClr val="F5A623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30"/>
            </p:custDataLst>
          </p:nvPr>
        </p:nvSpPr>
        <p:spPr>
          <a:xfrm>
            <a:off x="809549" y="3666534"/>
            <a:ext cx="8573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350" b="1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</a:rPr>
              <a:t>产品定位</a:t>
            </a:r>
            <a:endParaRPr sz="1350" b="1">
              <a:solidFill>
                <a:srgbClr val="5A3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31"/>
            </p:custDataLst>
          </p:nvPr>
        </p:nvSpPr>
        <p:spPr>
          <a:xfrm>
            <a:off x="1771650" y="3637959"/>
            <a:ext cx="3962400" cy="2809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3000"/>
              </a:lnSpc>
            </a:pPr>
            <a:r>
              <a:rPr lang="zh-CN" altLang="en-US"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校园心理支持</a:t>
            </a:r>
            <a:r>
              <a:rPr lang="en-US" altLang="zh-CN"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助手与服务导航入口</a:t>
            </a:r>
            <a:endParaRPr lang="zh-CN" altLang="en-US" sz="1500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任意多边形 26"/>
          <p:cNvSpPr/>
          <p:nvPr>
            <p:custDataLst>
              <p:tags r:id="rId32"/>
            </p:custDataLst>
          </p:nvPr>
        </p:nvSpPr>
        <p:spPr>
          <a:xfrm>
            <a:off x="661670" y="4250055"/>
            <a:ext cx="5229225" cy="692150"/>
          </a:xfrm>
          <a:custGeom>
            <a:avLst/>
            <a:gdLst>
              <a:gd name="sw" fmla="*/ 1 w 8235"/>
              <a:gd name="sh" fmla="*/ 1 h 1089"/>
              <a:gd name="mins" fmla="min sw sh"/>
              <a:gd name="dsw" fmla="+- 0 sw mins"/>
              <a:gd name="dsh" fmla="+- 0 sh mins"/>
              <a:gd name="p0x0" fmla="*/ 120 w 8235"/>
              <a:gd name="p0y0" fmla="*/ 0 h 1089"/>
              <a:gd name="p0x1" fmla="*/ 8115 w 8235"/>
              <a:gd name="p0y1" fmla="*/ 0 h 1089"/>
              <a:gd name="p0x2" fmla="*/ 8181 w 8235"/>
              <a:gd name="p0y2" fmla="*/ 0 h 1089"/>
              <a:gd name="p0x3" fmla="*/ 8235 w 8235"/>
              <a:gd name="p0y3" fmla="*/ 53 h 1089"/>
              <a:gd name="p0x4" fmla="*/ 8235 w 8235"/>
              <a:gd name="p0y4" fmla="*/ 120 h 1089"/>
              <a:gd name="p0x5" fmla="*/ 8235 w 8235"/>
              <a:gd name="p0y5" fmla="*/ 969 h 1089"/>
              <a:gd name="p0x6" fmla="*/ 8235 w 8235"/>
              <a:gd name="p0y6" fmla="*/ 1035 h 1089"/>
              <a:gd name="p0x7" fmla="*/ 8181 w 8235"/>
              <a:gd name="p0y7" fmla="*/ 1089 h 1089"/>
              <a:gd name="p0x8" fmla="*/ 8115 w 8235"/>
              <a:gd name="p0y8" fmla="*/ 1089 h 1089"/>
              <a:gd name="p0x9" fmla="*/ 120 w 8235"/>
              <a:gd name="p0y9" fmla="*/ 1089 h 1089"/>
              <a:gd name="p0x10" fmla="*/ 53 w 8235"/>
              <a:gd name="p0y10" fmla="*/ 1089 h 1089"/>
              <a:gd name="p0x11" fmla="*/ 0 w 8235"/>
              <a:gd name="p0y11" fmla="*/ 1035 h 1089"/>
              <a:gd name="p0x12" fmla="*/ 0 w 8235"/>
              <a:gd name="p0y12" fmla="*/ 969 h 1089"/>
              <a:gd name="p0x13" fmla="*/ 0 w 8235"/>
              <a:gd name="p0y13" fmla="*/ 120 h 1089"/>
              <a:gd name="p0x14" fmla="*/ 0 w 8235"/>
              <a:gd name="p0y14" fmla="*/ 53 h 1089"/>
              <a:gd name="p0x15" fmla="*/ 53 w 8235"/>
              <a:gd name="p0y15" fmla="*/ 0 h 1089"/>
              <a:gd name="p0x16" fmla="*/ 120 w 8235"/>
              <a:gd name="p0y16" fmla="*/ 0 h 108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2E0"/>
          </a:solidFill>
          <a:ln w="9525" cmpd="sng">
            <a:solidFill>
              <a:srgbClr val="F0E8D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任意多边形 27"/>
          <p:cNvSpPr/>
          <p:nvPr>
            <p:custDataLst>
              <p:tags r:id="rId33"/>
            </p:custDataLst>
          </p:nvPr>
        </p:nvSpPr>
        <p:spPr>
          <a:xfrm>
            <a:off x="823595" y="4419600"/>
            <a:ext cx="828675" cy="352425"/>
          </a:xfrm>
          <a:custGeom>
            <a:avLst/>
            <a:gdLst>
              <a:gd name="sw" fmla="*/ 1 w 1305"/>
              <a:gd name="sh" fmla="*/ 1 h 555"/>
              <a:gd name="mins" fmla="min sw sh"/>
              <a:gd name="dsw" fmla="+- 0 sw mins"/>
              <a:gd name="dsh" fmla="+- 0 sh mins"/>
              <a:gd name="p0x0" fmla="*/ 60 w 1305"/>
              <a:gd name="p0y0" fmla="*/ 0 h 555"/>
              <a:gd name="p0x1" fmla="*/ 1245 w 1305"/>
              <a:gd name="p0y1" fmla="*/ 0 h 555"/>
              <a:gd name="p0x2" fmla="*/ 1278 w 1305"/>
              <a:gd name="p0y2" fmla="*/ 0 h 555"/>
              <a:gd name="p0x3" fmla="*/ 1305 w 1305"/>
              <a:gd name="p0y3" fmla="*/ 26 h 555"/>
              <a:gd name="p0x4" fmla="*/ 1305 w 1305"/>
              <a:gd name="p0y4" fmla="*/ 60 h 555"/>
              <a:gd name="p0x5" fmla="*/ 1305 w 1305"/>
              <a:gd name="p0y5" fmla="*/ 495 h 555"/>
              <a:gd name="p0x6" fmla="*/ 1305 w 1305"/>
              <a:gd name="p0y6" fmla="*/ 528 h 555"/>
              <a:gd name="p0x7" fmla="*/ 1278 w 1305"/>
              <a:gd name="p0y7" fmla="*/ 555 h 555"/>
              <a:gd name="p0x8" fmla="*/ 1245 w 1305"/>
              <a:gd name="p0y8" fmla="*/ 555 h 555"/>
              <a:gd name="p0x9" fmla="*/ 60 w 1305"/>
              <a:gd name="p0y9" fmla="*/ 555 h 555"/>
              <a:gd name="p0x10" fmla="*/ 26 w 1305"/>
              <a:gd name="p0y10" fmla="*/ 555 h 555"/>
              <a:gd name="p0x11" fmla="*/ 0 w 1305"/>
              <a:gd name="p0y11" fmla="*/ 528 h 555"/>
              <a:gd name="p0x12" fmla="*/ 0 w 1305"/>
              <a:gd name="p0y12" fmla="*/ 495 h 555"/>
              <a:gd name="p0x13" fmla="*/ 0 w 1305"/>
              <a:gd name="p0y13" fmla="*/ 60 h 555"/>
              <a:gd name="p0x14" fmla="*/ 0 w 1305"/>
              <a:gd name="p0y14" fmla="*/ 26 h 555"/>
              <a:gd name="p0x15" fmla="*/ 26 w 1305"/>
              <a:gd name="p0y15" fmla="*/ 0 h 555"/>
              <a:gd name="p0x16" fmla="*/ 60 w 1305"/>
              <a:gd name="p0y16" fmla="*/ 0 h 5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E8C3"/>
          </a:solidFill>
          <a:ln w="9525" cmpd="sng">
            <a:solidFill>
              <a:srgbClr val="F5A623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>
            <p:custDataLst>
              <p:tags r:id="rId34"/>
            </p:custDataLst>
          </p:nvPr>
        </p:nvSpPr>
        <p:spPr>
          <a:xfrm>
            <a:off x="809549" y="4482112"/>
            <a:ext cx="8573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350" b="1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</a:rPr>
              <a:t>部署形态</a:t>
            </a:r>
            <a:endParaRPr sz="1350" b="1">
              <a:solidFill>
                <a:srgbClr val="5A3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35"/>
            </p:custDataLst>
          </p:nvPr>
        </p:nvSpPr>
        <p:spPr>
          <a:xfrm>
            <a:off x="1771650" y="4324950"/>
            <a:ext cx="3962400" cy="5381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3000"/>
              </a:lnSpc>
            </a:pPr>
            <a:r>
              <a:rPr lang="zh-CN" altLang="en-US"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高级聊天工作流（</a:t>
            </a:r>
            <a:r>
              <a:rPr lang="en-US" altLang="zh-CN"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Advanced Chat</a:t>
            </a:r>
            <a:r>
              <a:rPr lang="zh-CN" altLang="en-US"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sz="150"/>
              <a:t> </a:t>
            </a:r>
            <a:endParaRPr sz="150"/>
          </a:p>
          <a:p>
            <a:pPr algn="l">
              <a:lnSpc>
                <a:spcPct val="113000"/>
              </a:lnSpc>
            </a:pPr>
            <a:r>
              <a:rPr sz="1500">
                <a:solidFill>
                  <a:srgbClr val="8A7A6A"/>
                </a:solidFill>
                <a:latin typeface="微软雅黑" panose="020B0503020204020204" charset="-122"/>
                <a:ea typeface="微软雅黑" panose="020B0503020204020204" charset="-122"/>
              </a:rPr>
              <a:t>·</a:t>
            </a:r>
            <a:r>
              <a:rPr sz="150"/>
              <a:t> </a:t>
            </a:r>
            <a:r>
              <a:rPr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意图识别＋节点编排</a:t>
            </a:r>
            <a:r>
              <a:rPr sz="150"/>
              <a:t> </a:t>
            </a:r>
            <a:r>
              <a:rPr lang="en-US" sz="150"/>
              <a:t>                             </a:t>
            </a:r>
            <a:r>
              <a:rPr sz="1500">
                <a:solidFill>
                  <a:srgbClr val="8A7A6A"/>
                </a:solidFill>
                <a:latin typeface="微软雅黑" panose="020B0503020204020204" charset="-122"/>
                <a:ea typeface="微软雅黑" panose="020B0503020204020204" charset="-122"/>
              </a:rPr>
              <a:t>·</a:t>
            </a:r>
            <a:r>
              <a:rPr sz="150"/>
              <a:t> </a:t>
            </a:r>
            <a:r>
              <a:rPr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多业务分流</a:t>
            </a:r>
            <a:endParaRPr sz="1500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任意多边形 30"/>
          <p:cNvSpPr/>
          <p:nvPr>
            <p:custDataLst>
              <p:tags r:id="rId36"/>
            </p:custDataLst>
          </p:nvPr>
        </p:nvSpPr>
        <p:spPr>
          <a:xfrm>
            <a:off x="661670" y="5066030"/>
            <a:ext cx="5229225" cy="691515"/>
          </a:xfrm>
          <a:custGeom>
            <a:avLst/>
            <a:gdLst>
              <a:gd name="sw" fmla="*/ 1 w 8235"/>
              <a:gd name="sh" fmla="*/ 1 h 1089"/>
              <a:gd name="mins" fmla="min sw sh"/>
              <a:gd name="dsw" fmla="+- 0 sw mins"/>
              <a:gd name="dsh" fmla="+- 0 sh mins"/>
              <a:gd name="p0x0" fmla="*/ 120 w 8235"/>
              <a:gd name="p0y0" fmla="*/ 0 h 1089"/>
              <a:gd name="p0x1" fmla="*/ 8115 w 8235"/>
              <a:gd name="p0y1" fmla="*/ 0 h 1089"/>
              <a:gd name="p0x2" fmla="*/ 8181 w 8235"/>
              <a:gd name="p0y2" fmla="*/ 0 h 1089"/>
              <a:gd name="p0x3" fmla="*/ 8235 w 8235"/>
              <a:gd name="p0y3" fmla="*/ 53 h 1089"/>
              <a:gd name="p0x4" fmla="*/ 8235 w 8235"/>
              <a:gd name="p0y4" fmla="*/ 120 h 1089"/>
              <a:gd name="p0x5" fmla="*/ 8235 w 8235"/>
              <a:gd name="p0y5" fmla="*/ 969 h 1089"/>
              <a:gd name="p0x6" fmla="*/ 8235 w 8235"/>
              <a:gd name="p0y6" fmla="*/ 1035 h 1089"/>
              <a:gd name="p0x7" fmla="*/ 8181 w 8235"/>
              <a:gd name="p0y7" fmla="*/ 1089 h 1089"/>
              <a:gd name="p0x8" fmla="*/ 8115 w 8235"/>
              <a:gd name="p0y8" fmla="*/ 1089 h 1089"/>
              <a:gd name="p0x9" fmla="*/ 120 w 8235"/>
              <a:gd name="p0y9" fmla="*/ 1089 h 1089"/>
              <a:gd name="p0x10" fmla="*/ 53 w 8235"/>
              <a:gd name="p0y10" fmla="*/ 1089 h 1089"/>
              <a:gd name="p0x11" fmla="*/ 0 w 8235"/>
              <a:gd name="p0y11" fmla="*/ 1035 h 1089"/>
              <a:gd name="p0x12" fmla="*/ 0 w 8235"/>
              <a:gd name="p0y12" fmla="*/ 969 h 1089"/>
              <a:gd name="p0x13" fmla="*/ 0 w 8235"/>
              <a:gd name="p0y13" fmla="*/ 120 h 1089"/>
              <a:gd name="p0x14" fmla="*/ 0 w 8235"/>
              <a:gd name="p0y14" fmla="*/ 53 h 1089"/>
              <a:gd name="p0x15" fmla="*/ 53 w 8235"/>
              <a:gd name="p0y15" fmla="*/ 0 h 1089"/>
              <a:gd name="p0x16" fmla="*/ 120 w 8235"/>
              <a:gd name="p0y16" fmla="*/ 0 h 108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2E0"/>
          </a:solidFill>
          <a:ln w="9525" cmpd="sng">
            <a:solidFill>
              <a:srgbClr val="F0E8D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任意多边形 31"/>
          <p:cNvSpPr/>
          <p:nvPr>
            <p:custDataLst>
              <p:tags r:id="rId37"/>
            </p:custDataLst>
          </p:nvPr>
        </p:nvSpPr>
        <p:spPr>
          <a:xfrm>
            <a:off x="823595" y="5235575"/>
            <a:ext cx="828675" cy="352425"/>
          </a:xfrm>
          <a:custGeom>
            <a:avLst/>
            <a:gdLst>
              <a:gd name="sw" fmla="*/ 1 w 1305"/>
              <a:gd name="sh" fmla="*/ 1 h 555"/>
              <a:gd name="mins" fmla="min sw sh"/>
              <a:gd name="dsw" fmla="+- 0 sw mins"/>
              <a:gd name="dsh" fmla="+- 0 sh mins"/>
              <a:gd name="p0x0" fmla="*/ 60 w 1305"/>
              <a:gd name="p0y0" fmla="*/ 0 h 555"/>
              <a:gd name="p0x1" fmla="*/ 1245 w 1305"/>
              <a:gd name="p0y1" fmla="*/ 0 h 555"/>
              <a:gd name="p0x2" fmla="*/ 1278 w 1305"/>
              <a:gd name="p0y2" fmla="*/ 0 h 555"/>
              <a:gd name="p0x3" fmla="*/ 1305 w 1305"/>
              <a:gd name="p0y3" fmla="*/ 26 h 555"/>
              <a:gd name="p0x4" fmla="*/ 1305 w 1305"/>
              <a:gd name="p0y4" fmla="*/ 60 h 555"/>
              <a:gd name="p0x5" fmla="*/ 1305 w 1305"/>
              <a:gd name="p0y5" fmla="*/ 495 h 555"/>
              <a:gd name="p0x6" fmla="*/ 1305 w 1305"/>
              <a:gd name="p0y6" fmla="*/ 528 h 555"/>
              <a:gd name="p0x7" fmla="*/ 1278 w 1305"/>
              <a:gd name="p0y7" fmla="*/ 555 h 555"/>
              <a:gd name="p0x8" fmla="*/ 1245 w 1305"/>
              <a:gd name="p0y8" fmla="*/ 555 h 555"/>
              <a:gd name="p0x9" fmla="*/ 60 w 1305"/>
              <a:gd name="p0y9" fmla="*/ 555 h 555"/>
              <a:gd name="p0x10" fmla="*/ 26 w 1305"/>
              <a:gd name="p0y10" fmla="*/ 555 h 555"/>
              <a:gd name="p0x11" fmla="*/ 0 w 1305"/>
              <a:gd name="p0y11" fmla="*/ 528 h 555"/>
              <a:gd name="p0x12" fmla="*/ 0 w 1305"/>
              <a:gd name="p0y12" fmla="*/ 495 h 555"/>
              <a:gd name="p0x13" fmla="*/ 0 w 1305"/>
              <a:gd name="p0y13" fmla="*/ 60 h 555"/>
              <a:gd name="p0x14" fmla="*/ 0 w 1305"/>
              <a:gd name="p0y14" fmla="*/ 26 h 555"/>
              <a:gd name="p0x15" fmla="*/ 26 w 1305"/>
              <a:gd name="p0y15" fmla="*/ 0 h 555"/>
              <a:gd name="p0x16" fmla="*/ 60 w 1305"/>
              <a:gd name="p0y16" fmla="*/ 0 h 5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E8C3"/>
          </a:solidFill>
          <a:ln w="9525" cmpd="sng">
            <a:solidFill>
              <a:srgbClr val="F5A623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>
            <p:custDataLst>
              <p:tags r:id="rId38"/>
            </p:custDataLst>
          </p:nvPr>
        </p:nvSpPr>
        <p:spPr>
          <a:xfrm>
            <a:off x="809549" y="5297691"/>
            <a:ext cx="8573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350" b="1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</a:rPr>
              <a:t>核心能力</a:t>
            </a:r>
            <a:endParaRPr sz="1350" b="1">
              <a:solidFill>
                <a:srgbClr val="5A3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39"/>
            </p:custDataLst>
          </p:nvPr>
        </p:nvSpPr>
        <p:spPr>
          <a:xfrm>
            <a:off x="1776095" y="5275580"/>
            <a:ext cx="542925" cy="272415"/>
          </a:xfrm>
          <a:custGeom>
            <a:avLst/>
            <a:gdLst>
              <a:gd name="sw" fmla="*/ 1 w 855"/>
              <a:gd name="sh" fmla="*/ 1 h 428"/>
              <a:gd name="mins" fmla="min sw sh"/>
              <a:gd name="dsw" fmla="+- 0 sw mins"/>
              <a:gd name="dsh" fmla="+- 0 sh mins"/>
              <a:gd name="p0x0" fmla="*/ 214 w 855"/>
              <a:gd name="p0y0" fmla="*/ 0 h 428"/>
              <a:gd name="p0x1" fmla="*/ 640 w 855"/>
              <a:gd name="p0y1" fmla="*/ 0 h 428"/>
              <a:gd name="p0x2" fmla="*/ 759 w 855"/>
              <a:gd name="p0y2" fmla="*/ 0 h 428"/>
              <a:gd name="p0x3" fmla="*/ 855 w 855"/>
              <a:gd name="p0y3" fmla="*/ 96 h 428"/>
              <a:gd name="p0x4" fmla="*/ 855 w 855"/>
              <a:gd name="p0y4" fmla="*/ 214 h 428"/>
              <a:gd name="p0x5" fmla="*/ 855 w 855"/>
              <a:gd name="p0y5" fmla="*/ 332 h 428"/>
              <a:gd name="p0x6" fmla="*/ 759 w 855"/>
              <a:gd name="p0y6" fmla="*/ 428 h 428"/>
              <a:gd name="p0x7" fmla="*/ 640 w 855"/>
              <a:gd name="p0y7" fmla="*/ 428 h 428"/>
              <a:gd name="p0x8" fmla="*/ 214 w 855"/>
              <a:gd name="p0y8" fmla="*/ 428 h 428"/>
              <a:gd name="p0x9" fmla="*/ 96 w 855"/>
              <a:gd name="p0y9" fmla="*/ 428 h 428"/>
              <a:gd name="p0x10" fmla="*/ 0 w 855"/>
              <a:gd name="p0y10" fmla="*/ 332 h 428"/>
              <a:gd name="p0x11" fmla="*/ 0 w 855"/>
              <a:gd name="p0y11" fmla="*/ 214 h 428"/>
              <a:gd name="p0x12" fmla="*/ 0 w 855"/>
              <a:gd name="p0y12" fmla="*/ 96 h 428"/>
              <a:gd name="p0x13" fmla="*/ 96 w 855"/>
              <a:gd name="p0y13" fmla="*/ 0 h 428"/>
              <a:gd name="p0x14" fmla="*/ 214 w 855"/>
              <a:gd name="p0y14" fmla="*/ 0 h 42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F5A623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>
            <p:custDataLst>
              <p:tags r:id="rId40"/>
            </p:custDataLst>
          </p:nvPr>
        </p:nvSpPr>
        <p:spPr>
          <a:xfrm>
            <a:off x="1895475" y="5297719"/>
            <a:ext cx="457276" cy="2228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3000"/>
              </a:lnSpc>
            </a:pPr>
            <a:r>
              <a:rPr sz="1200" b="1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</a:rPr>
              <a:t>陪伴</a:t>
            </a:r>
            <a:endParaRPr sz="1200" b="1">
              <a:solidFill>
                <a:srgbClr val="5A3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任意多边形 35"/>
          <p:cNvSpPr/>
          <p:nvPr>
            <p:custDataLst>
              <p:tags r:id="rId41"/>
            </p:custDataLst>
          </p:nvPr>
        </p:nvSpPr>
        <p:spPr>
          <a:xfrm>
            <a:off x="2366645" y="5275580"/>
            <a:ext cx="542925" cy="272415"/>
          </a:xfrm>
          <a:custGeom>
            <a:avLst/>
            <a:gdLst>
              <a:gd name="sw" fmla="*/ 1 w 855"/>
              <a:gd name="sh" fmla="*/ 1 h 428"/>
              <a:gd name="mins" fmla="min sw sh"/>
              <a:gd name="dsw" fmla="+- 0 sw mins"/>
              <a:gd name="dsh" fmla="+- 0 sh mins"/>
              <a:gd name="p0x0" fmla="*/ 214 w 855"/>
              <a:gd name="p0y0" fmla="*/ 0 h 428"/>
              <a:gd name="p0x1" fmla="*/ 640 w 855"/>
              <a:gd name="p0y1" fmla="*/ 0 h 428"/>
              <a:gd name="p0x2" fmla="*/ 759 w 855"/>
              <a:gd name="p0y2" fmla="*/ 0 h 428"/>
              <a:gd name="p0x3" fmla="*/ 855 w 855"/>
              <a:gd name="p0y3" fmla="*/ 96 h 428"/>
              <a:gd name="p0x4" fmla="*/ 855 w 855"/>
              <a:gd name="p0y4" fmla="*/ 214 h 428"/>
              <a:gd name="p0x5" fmla="*/ 855 w 855"/>
              <a:gd name="p0y5" fmla="*/ 332 h 428"/>
              <a:gd name="p0x6" fmla="*/ 759 w 855"/>
              <a:gd name="p0y6" fmla="*/ 428 h 428"/>
              <a:gd name="p0x7" fmla="*/ 640 w 855"/>
              <a:gd name="p0y7" fmla="*/ 428 h 428"/>
              <a:gd name="p0x8" fmla="*/ 214 w 855"/>
              <a:gd name="p0y8" fmla="*/ 428 h 428"/>
              <a:gd name="p0x9" fmla="*/ 96 w 855"/>
              <a:gd name="p0y9" fmla="*/ 428 h 428"/>
              <a:gd name="p0x10" fmla="*/ 0 w 855"/>
              <a:gd name="p0y10" fmla="*/ 332 h 428"/>
              <a:gd name="p0x11" fmla="*/ 0 w 855"/>
              <a:gd name="p0y11" fmla="*/ 214 h 428"/>
              <a:gd name="p0x12" fmla="*/ 0 w 855"/>
              <a:gd name="p0y12" fmla="*/ 96 h 428"/>
              <a:gd name="p0x13" fmla="*/ 96 w 855"/>
              <a:gd name="p0y13" fmla="*/ 0 h 428"/>
              <a:gd name="p0x14" fmla="*/ 214 w 855"/>
              <a:gd name="p0y14" fmla="*/ 0 h 42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F5A623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>
            <p:custDataLst>
              <p:tags r:id="rId42"/>
            </p:custDataLst>
          </p:nvPr>
        </p:nvSpPr>
        <p:spPr>
          <a:xfrm>
            <a:off x="2486101" y="5297719"/>
            <a:ext cx="457276" cy="2228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3000"/>
              </a:lnSpc>
            </a:pPr>
            <a:r>
              <a:rPr sz="1200" b="1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</a:rPr>
              <a:t>科普</a:t>
            </a:r>
            <a:endParaRPr sz="1200" b="1">
              <a:solidFill>
                <a:srgbClr val="5A3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任意多边形 37"/>
          <p:cNvSpPr/>
          <p:nvPr>
            <p:custDataLst>
              <p:tags r:id="rId43"/>
            </p:custDataLst>
          </p:nvPr>
        </p:nvSpPr>
        <p:spPr>
          <a:xfrm>
            <a:off x="2957195" y="5275580"/>
            <a:ext cx="542925" cy="272415"/>
          </a:xfrm>
          <a:custGeom>
            <a:avLst/>
            <a:gdLst>
              <a:gd name="sw" fmla="*/ 1 w 855"/>
              <a:gd name="sh" fmla="*/ 1 h 428"/>
              <a:gd name="mins" fmla="min sw sh"/>
              <a:gd name="dsw" fmla="+- 0 sw mins"/>
              <a:gd name="dsh" fmla="+- 0 sh mins"/>
              <a:gd name="p0x0" fmla="*/ 214 w 855"/>
              <a:gd name="p0y0" fmla="*/ 0 h 428"/>
              <a:gd name="p0x1" fmla="*/ 640 w 855"/>
              <a:gd name="p0y1" fmla="*/ 0 h 428"/>
              <a:gd name="p0x2" fmla="*/ 759 w 855"/>
              <a:gd name="p0y2" fmla="*/ 0 h 428"/>
              <a:gd name="p0x3" fmla="*/ 855 w 855"/>
              <a:gd name="p0y3" fmla="*/ 96 h 428"/>
              <a:gd name="p0x4" fmla="*/ 855 w 855"/>
              <a:gd name="p0y4" fmla="*/ 214 h 428"/>
              <a:gd name="p0x5" fmla="*/ 855 w 855"/>
              <a:gd name="p0y5" fmla="*/ 332 h 428"/>
              <a:gd name="p0x6" fmla="*/ 759 w 855"/>
              <a:gd name="p0y6" fmla="*/ 428 h 428"/>
              <a:gd name="p0x7" fmla="*/ 640 w 855"/>
              <a:gd name="p0y7" fmla="*/ 428 h 428"/>
              <a:gd name="p0x8" fmla="*/ 214 w 855"/>
              <a:gd name="p0y8" fmla="*/ 428 h 428"/>
              <a:gd name="p0x9" fmla="*/ 96 w 855"/>
              <a:gd name="p0y9" fmla="*/ 428 h 428"/>
              <a:gd name="p0x10" fmla="*/ 0 w 855"/>
              <a:gd name="p0y10" fmla="*/ 332 h 428"/>
              <a:gd name="p0x11" fmla="*/ 0 w 855"/>
              <a:gd name="p0y11" fmla="*/ 214 h 428"/>
              <a:gd name="p0x12" fmla="*/ 0 w 855"/>
              <a:gd name="p0y12" fmla="*/ 96 h 428"/>
              <a:gd name="p0x13" fmla="*/ 96 w 855"/>
              <a:gd name="p0y13" fmla="*/ 0 h 428"/>
              <a:gd name="p0x14" fmla="*/ 214 w 855"/>
              <a:gd name="p0y14" fmla="*/ 0 h 42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F5A623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>
            <p:custDataLst>
              <p:tags r:id="rId44"/>
            </p:custDataLst>
          </p:nvPr>
        </p:nvSpPr>
        <p:spPr>
          <a:xfrm>
            <a:off x="3076727" y="5297719"/>
            <a:ext cx="457276" cy="2228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3000"/>
              </a:lnSpc>
            </a:pPr>
            <a:r>
              <a:rPr sz="1200" b="1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</a:rPr>
              <a:t>筛查</a:t>
            </a:r>
            <a:endParaRPr sz="1200" b="1">
              <a:solidFill>
                <a:srgbClr val="5A3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任意多边形 39"/>
          <p:cNvSpPr/>
          <p:nvPr>
            <p:custDataLst>
              <p:tags r:id="rId45"/>
            </p:custDataLst>
          </p:nvPr>
        </p:nvSpPr>
        <p:spPr>
          <a:xfrm>
            <a:off x="3547745" y="5275580"/>
            <a:ext cx="847725" cy="272415"/>
          </a:xfrm>
          <a:custGeom>
            <a:avLst/>
            <a:gdLst>
              <a:gd name="sw" fmla="*/ 1 w 1335"/>
              <a:gd name="sh" fmla="*/ 1 h 428"/>
              <a:gd name="mins" fmla="min sw sh"/>
              <a:gd name="dsw" fmla="+- 0 sw mins"/>
              <a:gd name="dsh" fmla="+- 0 sh mins"/>
              <a:gd name="p0x0" fmla="*/ 214 w 1335"/>
              <a:gd name="p0y0" fmla="*/ 0 h 428"/>
              <a:gd name="p0x1" fmla="*/ 1120 w 1335"/>
              <a:gd name="p0y1" fmla="*/ 0 h 428"/>
              <a:gd name="p0x2" fmla="*/ 1239 w 1335"/>
              <a:gd name="p0y2" fmla="*/ 0 h 428"/>
              <a:gd name="p0x3" fmla="*/ 1335 w 1335"/>
              <a:gd name="p0y3" fmla="*/ 96 h 428"/>
              <a:gd name="p0x4" fmla="*/ 1335 w 1335"/>
              <a:gd name="p0y4" fmla="*/ 214 h 428"/>
              <a:gd name="p0x5" fmla="*/ 1335 w 1335"/>
              <a:gd name="p0y5" fmla="*/ 332 h 428"/>
              <a:gd name="p0x6" fmla="*/ 1239 w 1335"/>
              <a:gd name="p0y6" fmla="*/ 428 h 428"/>
              <a:gd name="p0x7" fmla="*/ 1120 w 1335"/>
              <a:gd name="p0y7" fmla="*/ 428 h 428"/>
              <a:gd name="p0x8" fmla="*/ 214 w 1335"/>
              <a:gd name="p0y8" fmla="*/ 428 h 428"/>
              <a:gd name="p0x9" fmla="*/ 96 w 1335"/>
              <a:gd name="p0y9" fmla="*/ 428 h 428"/>
              <a:gd name="p0x10" fmla="*/ 0 w 1335"/>
              <a:gd name="p0y10" fmla="*/ 332 h 428"/>
              <a:gd name="p0x11" fmla="*/ 0 w 1335"/>
              <a:gd name="p0y11" fmla="*/ 214 h 428"/>
              <a:gd name="p0x12" fmla="*/ 0 w 1335"/>
              <a:gd name="p0y12" fmla="*/ 96 h 428"/>
              <a:gd name="p0x13" fmla="*/ 96 w 1335"/>
              <a:gd name="p0y13" fmla="*/ 0 h 428"/>
              <a:gd name="p0x14" fmla="*/ 214 w 1335"/>
              <a:gd name="p0y14" fmla="*/ 0 h 42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F5A623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>
            <p:custDataLst>
              <p:tags r:id="rId46"/>
            </p:custDataLst>
          </p:nvPr>
        </p:nvSpPr>
        <p:spPr>
          <a:xfrm>
            <a:off x="3667344" y="5297719"/>
            <a:ext cx="762076" cy="2228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3000"/>
              </a:lnSpc>
            </a:pPr>
            <a:r>
              <a:rPr sz="1200" b="1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</a:rPr>
              <a:t>资源查询</a:t>
            </a:r>
            <a:endParaRPr sz="1200" b="1">
              <a:solidFill>
                <a:srgbClr val="5A3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任意多边形 41"/>
          <p:cNvSpPr/>
          <p:nvPr>
            <p:custDataLst>
              <p:tags r:id="rId47"/>
            </p:custDataLst>
          </p:nvPr>
        </p:nvSpPr>
        <p:spPr>
          <a:xfrm>
            <a:off x="4443095" y="5275580"/>
            <a:ext cx="848360" cy="272415"/>
          </a:xfrm>
          <a:custGeom>
            <a:avLst/>
            <a:gdLst>
              <a:gd name="sw" fmla="*/ 1 w 1335"/>
              <a:gd name="sh" fmla="*/ 1 h 428"/>
              <a:gd name="mins" fmla="min sw sh"/>
              <a:gd name="dsw" fmla="+- 0 sw mins"/>
              <a:gd name="dsh" fmla="+- 0 sh mins"/>
              <a:gd name="p0x0" fmla="*/ 214 w 1335"/>
              <a:gd name="p0y0" fmla="*/ 0 h 428"/>
              <a:gd name="p0x1" fmla="*/ 1120 w 1335"/>
              <a:gd name="p0y1" fmla="*/ 0 h 428"/>
              <a:gd name="p0x2" fmla="*/ 1239 w 1335"/>
              <a:gd name="p0y2" fmla="*/ 0 h 428"/>
              <a:gd name="p0x3" fmla="*/ 1335 w 1335"/>
              <a:gd name="p0y3" fmla="*/ 96 h 428"/>
              <a:gd name="p0x4" fmla="*/ 1335 w 1335"/>
              <a:gd name="p0y4" fmla="*/ 214 h 428"/>
              <a:gd name="p0x5" fmla="*/ 1335 w 1335"/>
              <a:gd name="p0y5" fmla="*/ 332 h 428"/>
              <a:gd name="p0x6" fmla="*/ 1239 w 1335"/>
              <a:gd name="p0y6" fmla="*/ 428 h 428"/>
              <a:gd name="p0x7" fmla="*/ 1120 w 1335"/>
              <a:gd name="p0y7" fmla="*/ 428 h 428"/>
              <a:gd name="p0x8" fmla="*/ 214 w 1335"/>
              <a:gd name="p0y8" fmla="*/ 428 h 428"/>
              <a:gd name="p0x9" fmla="*/ 96 w 1335"/>
              <a:gd name="p0y9" fmla="*/ 428 h 428"/>
              <a:gd name="p0x10" fmla="*/ 0 w 1335"/>
              <a:gd name="p0y10" fmla="*/ 332 h 428"/>
              <a:gd name="p0x11" fmla="*/ 0 w 1335"/>
              <a:gd name="p0y11" fmla="*/ 214 h 428"/>
              <a:gd name="p0x12" fmla="*/ 0 w 1335"/>
              <a:gd name="p0y12" fmla="*/ 96 h 428"/>
              <a:gd name="p0x13" fmla="*/ 96 w 1335"/>
              <a:gd name="p0y13" fmla="*/ 0 h 428"/>
              <a:gd name="p0x14" fmla="*/ 214 w 1335"/>
              <a:gd name="p0y14" fmla="*/ 0 h 42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F5A623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>
            <p:custDataLst>
              <p:tags r:id="rId48"/>
            </p:custDataLst>
          </p:nvPr>
        </p:nvSpPr>
        <p:spPr>
          <a:xfrm>
            <a:off x="4562770" y="5297719"/>
            <a:ext cx="762076" cy="2228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3000"/>
              </a:lnSpc>
            </a:pPr>
            <a:r>
              <a:rPr sz="1200" b="1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</a:rPr>
              <a:t>安全转介</a:t>
            </a:r>
            <a:endParaRPr sz="1200" b="1">
              <a:solidFill>
                <a:srgbClr val="5A3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矩形 44"/>
          <p:cNvSpPr/>
          <p:nvPr>
            <p:custDataLst>
              <p:tags r:id="rId49"/>
            </p:custDataLst>
          </p:nvPr>
        </p:nvSpPr>
        <p:spPr>
          <a:xfrm>
            <a:off x="6290945" y="1971675"/>
            <a:ext cx="5629275" cy="3985895"/>
          </a:xfrm>
          <a:prstGeom prst="rect">
            <a:avLst/>
          </a:prstGeom>
          <a:solidFill>
            <a:srgbClr val="FEFCF9"/>
          </a:solidFill>
          <a:ln w="9525" cmpd="sng">
            <a:solidFill>
              <a:srgbClr val="F0E8DC"/>
            </a:solidFill>
            <a:prstDash val="solid"/>
          </a:ln>
          <a:effectLst>
            <a:outerShdw blurRad="42863" dist="9525" dir="5399999" algn="ctr" rotWithShape="0">
              <a:srgbClr val="5A3A0A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任意多边形 45"/>
          <p:cNvSpPr/>
          <p:nvPr>
            <p:custDataLst>
              <p:tags r:id="rId50"/>
            </p:custDataLst>
          </p:nvPr>
        </p:nvSpPr>
        <p:spPr>
          <a:xfrm>
            <a:off x="6486525" y="2200275"/>
            <a:ext cx="38100" cy="266700"/>
          </a:xfrm>
          <a:custGeom>
            <a:avLst/>
            <a:gdLst>
              <a:gd name="sw" fmla="*/ 1 w 60"/>
              <a:gd name="sh" fmla="*/ 1 h 420"/>
              <a:gd name="mins" fmla="min sw sh"/>
              <a:gd name="dsw" fmla="+- 0 sw mins"/>
              <a:gd name="dsh" fmla="+- 0 sh mins"/>
              <a:gd name="p0x0" fmla="*/ 30 w 60"/>
              <a:gd name="p0y0" fmla="*/ 0 h 420"/>
              <a:gd name="p0x1" fmla="*/ 46 w 60"/>
              <a:gd name="p0y1" fmla="*/ 0 h 420"/>
              <a:gd name="p0x2" fmla="*/ 60 w 60"/>
              <a:gd name="p0y2" fmla="*/ 13 h 420"/>
              <a:gd name="p0x3" fmla="*/ 60 w 60"/>
              <a:gd name="p0y3" fmla="*/ 30 h 420"/>
              <a:gd name="p0x4" fmla="*/ 60 w 60"/>
              <a:gd name="p0y4" fmla="*/ 390 h 420"/>
              <a:gd name="p0x5" fmla="*/ 60 w 60"/>
              <a:gd name="p0y5" fmla="*/ 406 h 420"/>
              <a:gd name="p0x6" fmla="*/ 46 w 60"/>
              <a:gd name="p0y6" fmla="*/ 420 h 420"/>
              <a:gd name="p0x7" fmla="*/ 30 w 60"/>
              <a:gd name="p0y7" fmla="*/ 420 h 420"/>
              <a:gd name="p0x8" fmla="*/ 13 w 60"/>
              <a:gd name="p0y8" fmla="*/ 420 h 420"/>
              <a:gd name="p0x9" fmla="*/ 0 w 60"/>
              <a:gd name="p0y9" fmla="*/ 406 h 420"/>
              <a:gd name="p0x10" fmla="*/ 0 w 60"/>
              <a:gd name="p0y10" fmla="*/ 390 h 420"/>
              <a:gd name="p0x11" fmla="*/ 0 w 60"/>
              <a:gd name="p0y11" fmla="*/ 30 h 420"/>
              <a:gd name="p0x12" fmla="*/ 0 w 60"/>
              <a:gd name="p0y12" fmla="*/ 13 h 420"/>
              <a:gd name="p0x13" fmla="*/ 13 w 60"/>
              <a:gd name="p0y13" fmla="*/ 0 h 420"/>
              <a:gd name="p0x14" fmla="*/ 30 w 60"/>
              <a:gd name="p0y14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5A62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>
            <p:custDataLst>
              <p:tags r:id="rId51"/>
            </p:custDataLst>
          </p:nvPr>
        </p:nvSpPr>
        <p:spPr>
          <a:xfrm>
            <a:off x="6600825" y="2150745"/>
            <a:ext cx="1898971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六大服务场景</a:t>
            </a:r>
            <a:endParaRPr sz="2100" b="1" spc="42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任意多边形 47"/>
          <p:cNvSpPr/>
          <p:nvPr>
            <p:custDataLst>
              <p:tags r:id="rId52"/>
            </p:custDataLst>
          </p:nvPr>
        </p:nvSpPr>
        <p:spPr>
          <a:xfrm>
            <a:off x="6490970" y="2619375"/>
            <a:ext cx="2552700" cy="963295"/>
          </a:xfrm>
          <a:custGeom>
            <a:avLst/>
            <a:gdLst>
              <a:gd name="sw" fmla="*/ 1 w 4020"/>
              <a:gd name="sh" fmla="*/ 1 h 1517"/>
              <a:gd name="mins" fmla="min sw sh"/>
              <a:gd name="dsw" fmla="+- 0 sw mins"/>
              <a:gd name="dsh" fmla="+- 0 sh mins"/>
              <a:gd name="p0x0" fmla="*/ 120 w 4020"/>
              <a:gd name="p0y0" fmla="*/ 0 h 1517"/>
              <a:gd name="p0x1" fmla="*/ 3900 w 4020"/>
              <a:gd name="p0y1" fmla="*/ 0 h 1517"/>
              <a:gd name="p0x2" fmla="*/ 3966 w 4020"/>
              <a:gd name="p0y2" fmla="*/ 0 h 1517"/>
              <a:gd name="p0x3" fmla="*/ 4020 w 4020"/>
              <a:gd name="p0y3" fmla="*/ 53 h 1517"/>
              <a:gd name="p0x4" fmla="*/ 4020 w 4020"/>
              <a:gd name="p0y4" fmla="*/ 120 h 1517"/>
              <a:gd name="p0x5" fmla="*/ 4020 w 4020"/>
              <a:gd name="p0y5" fmla="*/ 1397 h 1517"/>
              <a:gd name="p0x6" fmla="*/ 4020 w 4020"/>
              <a:gd name="p0y6" fmla="*/ 1463 h 1517"/>
              <a:gd name="p0x7" fmla="*/ 3966 w 4020"/>
              <a:gd name="p0y7" fmla="*/ 1517 h 1517"/>
              <a:gd name="p0x8" fmla="*/ 3900 w 4020"/>
              <a:gd name="p0y8" fmla="*/ 1517 h 1517"/>
              <a:gd name="p0x9" fmla="*/ 120 w 4020"/>
              <a:gd name="p0y9" fmla="*/ 1517 h 1517"/>
              <a:gd name="p0x10" fmla="*/ 53 w 4020"/>
              <a:gd name="p0y10" fmla="*/ 1517 h 1517"/>
              <a:gd name="p0x11" fmla="*/ 0 w 4020"/>
              <a:gd name="p0y11" fmla="*/ 1463 h 1517"/>
              <a:gd name="p0x12" fmla="*/ 0 w 4020"/>
              <a:gd name="p0y12" fmla="*/ 1397 h 1517"/>
              <a:gd name="p0x13" fmla="*/ 0 w 4020"/>
              <a:gd name="p0y13" fmla="*/ 120 h 1517"/>
              <a:gd name="p0x14" fmla="*/ 0 w 4020"/>
              <a:gd name="p0y14" fmla="*/ 53 h 1517"/>
              <a:gd name="p0x15" fmla="*/ 53 w 4020"/>
              <a:gd name="p0y15" fmla="*/ 0 h 1517"/>
              <a:gd name="p0x16" fmla="*/ 120 w 4020"/>
              <a:gd name="p0y16" fmla="*/ 0 h 151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2E0"/>
          </a:solidFill>
          <a:ln w="9525" cmpd="sng">
            <a:solidFill>
              <a:srgbClr val="F0E8D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任意多边形 48"/>
          <p:cNvSpPr/>
          <p:nvPr>
            <p:custDataLst>
              <p:tags r:id="rId53"/>
            </p:custDataLst>
          </p:nvPr>
        </p:nvSpPr>
        <p:spPr>
          <a:xfrm>
            <a:off x="6648450" y="289115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E8C3"/>
          </a:solidFill>
          <a:ln>
            <a:noFill/>
          </a:ln>
          <a:effectLst>
            <a:outerShdw blurRad="42863" dist="9525" dir="5399999" algn="ctr" rotWithShape="0">
              <a:srgbClr val="5A3A0A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0" name="图片 49"/>
          <p:cNvPicPr>
            <a:picLocks noChangeAspect="1"/>
          </p:cNvPicPr>
          <p:nvPr>
            <p:custDataLst>
              <p:tags r:id="rId54"/>
            </p:custDataLst>
          </p:nvPr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6734175" y="2976880"/>
            <a:ext cx="247650" cy="247650"/>
          </a:xfrm>
          <a:prstGeom prst="rect">
            <a:avLst/>
          </a:prstGeom>
          <a:noFill/>
        </p:spPr>
      </p:pic>
      <p:sp>
        <p:nvSpPr>
          <p:cNvPr id="52" name="文本框 51"/>
          <p:cNvSpPr txBox="1"/>
          <p:nvPr>
            <p:custDataLst>
              <p:tags r:id="rId57"/>
            </p:custDataLst>
          </p:nvPr>
        </p:nvSpPr>
        <p:spPr>
          <a:xfrm>
            <a:off x="7181850" y="2858243"/>
            <a:ext cx="15240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情绪与压力支持</a:t>
            </a:r>
            <a:endParaRPr sz="150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文本框 52"/>
          <p:cNvSpPr txBox="1"/>
          <p:nvPr>
            <p:custDataLst>
              <p:tags r:id="rId58"/>
            </p:custDataLst>
          </p:nvPr>
        </p:nvSpPr>
        <p:spPr>
          <a:xfrm>
            <a:off x="7181850" y="3115894"/>
            <a:ext cx="1333500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rgbClr val="8A7A6A"/>
                </a:solidFill>
                <a:latin typeface="微软雅黑" panose="020B0503020204020204" charset="-122"/>
                <a:ea typeface="微软雅黑" panose="020B0503020204020204" charset="-122"/>
              </a:rPr>
              <a:t>连续对话陪伴</a:t>
            </a:r>
            <a:endParaRPr sz="1350">
              <a:solidFill>
                <a:srgbClr val="8A7A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任意多边形 53"/>
          <p:cNvSpPr/>
          <p:nvPr>
            <p:custDataLst>
              <p:tags r:id="rId59"/>
            </p:custDataLst>
          </p:nvPr>
        </p:nvSpPr>
        <p:spPr>
          <a:xfrm>
            <a:off x="9167495" y="2619375"/>
            <a:ext cx="2552700" cy="963295"/>
          </a:xfrm>
          <a:custGeom>
            <a:avLst/>
            <a:gdLst>
              <a:gd name="sw" fmla="*/ 1 w 4020"/>
              <a:gd name="sh" fmla="*/ 1 h 1517"/>
              <a:gd name="mins" fmla="min sw sh"/>
              <a:gd name="dsw" fmla="+- 0 sw mins"/>
              <a:gd name="dsh" fmla="+- 0 sh mins"/>
              <a:gd name="p0x0" fmla="*/ 120 w 4020"/>
              <a:gd name="p0y0" fmla="*/ 0 h 1517"/>
              <a:gd name="p0x1" fmla="*/ 3900 w 4020"/>
              <a:gd name="p0y1" fmla="*/ 0 h 1517"/>
              <a:gd name="p0x2" fmla="*/ 3966 w 4020"/>
              <a:gd name="p0y2" fmla="*/ 0 h 1517"/>
              <a:gd name="p0x3" fmla="*/ 4020 w 4020"/>
              <a:gd name="p0y3" fmla="*/ 53 h 1517"/>
              <a:gd name="p0x4" fmla="*/ 4020 w 4020"/>
              <a:gd name="p0y4" fmla="*/ 120 h 1517"/>
              <a:gd name="p0x5" fmla="*/ 4020 w 4020"/>
              <a:gd name="p0y5" fmla="*/ 1397 h 1517"/>
              <a:gd name="p0x6" fmla="*/ 4020 w 4020"/>
              <a:gd name="p0y6" fmla="*/ 1463 h 1517"/>
              <a:gd name="p0x7" fmla="*/ 3966 w 4020"/>
              <a:gd name="p0y7" fmla="*/ 1517 h 1517"/>
              <a:gd name="p0x8" fmla="*/ 3900 w 4020"/>
              <a:gd name="p0y8" fmla="*/ 1517 h 1517"/>
              <a:gd name="p0x9" fmla="*/ 120 w 4020"/>
              <a:gd name="p0y9" fmla="*/ 1517 h 1517"/>
              <a:gd name="p0x10" fmla="*/ 53 w 4020"/>
              <a:gd name="p0y10" fmla="*/ 1517 h 1517"/>
              <a:gd name="p0x11" fmla="*/ 0 w 4020"/>
              <a:gd name="p0y11" fmla="*/ 1463 h 1517"/>
              <a:gd name="p0x12" fmla="*/ 0 w 4020"/>
              <a:gd name="p0y12" fmla="*/ 1397 h 1517"/>
              <a:gd name="p0x13" fmla="*/ 0 w 4020"/>
              <a:gd name="p0y13" fmla="*/ 120 h 1517"/>
              <a:gd name="p0x14" fmla="*/ 0 w 4020"/>
              <a:gd name="p0y14" fmla="*/ 53 h 1517"/>
              <a:gd name="p0x15" fmla="*/ 53 w 4020"/>
              <a:gd name="p0y15" fmla="*/ 0 h 1517"/>
              <a:gd name="p0x16" fmla="*/ 120 w 4020"/>
              <a:gd name="p0y16" fmla="*/ 0 h 151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2E0"/>
          </a:solidFill>
          <a:ln w="9525" cmpd="sng">
            <a:solidFill>
              <a:srgbClr val="F0E8D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任意多边形 54"/>
          <p:cNvSpPr/>
          <p:nvPr>
            <p:custDataLst>
              <p:tags r:id="rId60"/>
            </p:custDataLst>
          </p:nvPr>
        </p:nvSpPr>
        <p:spPr>
          <a:xfrm>
            <a:off x="9324975" y="289115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9EEFA"/>
          </a:solidFill>
          <a:ln>
            <a:noFill/>
          </a:ln>
          <a:effectLst>
            <a:outerShdw blurRad="42863" dist="9525" dir="5399999" algn="ctr" rotWithShape="0">
              <a:srgbClr val="5A3A0A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6" name="图片 55"/>
          <p:cNvPicPr>
            <a:picLocks noChangeAspect="1"/>
          </p:cNvPicPr>
          <p:nvPr>
            <p:custDataLst>
              <p:tags r:id="rId61"/>
            </p:custDataLst>
          </p:nvPr>
        </p:nvPicPr>
        <p:blipFill>
          <a:blip r:embed="rId62"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9410700" y="2976880"/>
            <a:ext cx="247650" cy="247650"/>
          </a:xfrm>
          <a:prstGeom prst="rect">
            <a:avLst/>
          </a:prstGeom>
          <a:noFill/>
        </p:spPr>
      </p:pic>
      <p:sp>
        <p:nvSpPr>
          <p:cNvPr id="58" name="文本框 57"/>
          <p:cNvSpPr txBox="1"/>
          <p:nvPr>
            <p:custDataLst>
              <p:tags r:id="rId64"/>
            </p:custDataLst>
          </p:nvPr>
        </p:nvSpPr>
        <p:spPr>
          <a:xfrm>
            <a:off x="9858375" y="2858243"/>
            <a:ext cx="1588446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5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GAD-7</a:t>
            </a:r>
            <a:r>
              <a:rPr lang="zh-CN" sz="15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焦虑筛查</a:t>
            </a:r>
            <a:endParaRPr lang="zh-CN" sz="150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文本框 58"/>
          <p:cNvSpPr txBox="1"/>
          <p:nvPr>
            <p:custDataLst>
              <p:tags r:id="rId65"/>
            </p:custDataLst>
          </p:nvPr>
        </p:nvSpPr>
        <p:spPr>
          <a:xfrm>
            <a:off x="9858375" y="3115894"/>
            <a:ext cx="1397946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rgbClr val="8A7A6A"/>
                </a:solidFill>
                <a:latin typeface="微软雅黑" panose="020B0503020204020204" charset="-122"/>
                <a:ea typeface="微软雅黑" panose="020B0503020204020204" charset="-122"/>
              </a:rPr>
              <a:t>标准化心理评估</a:t>
            </a:r>
            <a:endParaRPr sz="1350">
              <a:solidFill>
                <a:srgbClr val="8A7A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任意多边形 59"/>
          <p:cNvSpPr/>
          <p:nvPr>
            <p:custDataLst>
              <p:tags r:id="rId66"/>
            </p:custDataLst>
          </p:nvPr>
        </p:nvSpPr>
        <p:spPr>
          <a:xfrm>
            <a:off x="6490970" y="3706495"/>
            <a:ext cx="2552700" cy="963295"/>
          </a:xfrm>
          <a:custGeom>
            <a:avLst/>
            <a:gdLst>
              <a:gd name="sw" fmla="*/ 1 w 4020"/>
              <a:gd name="sh" fmla="*/ 1 h 1517"/>
              <a:gd name="mins" fmla="min sw sh"/>
              <a:gd name="dsw" fmla="+- 0 sw mins"/>
              <a:gd name="dsh" fmla="+- 0 sh mins"/>
              <a:gd name="p0x0" fmla="*/ 120 w 4020"/>
              <a:gd name="p0y0" fmla="*/ 0 h 1517"/>
              <a:gd name="p0x1" fmla="*/ 3900 w 4020"/>
              <a:gd name="p0y1" fmla="*/ 0 h 1517"/>
              <a:gd name="p0x2" fmla="*/ 3966 w 4020"/>
              <a:gd name="p0y2" fmla="*/ 0 h 1517"/>
              <a:gd name="p0x3" fmla="*/ 4020 w 4020"/>
              <a:gd name="p0y3" fmla="*/ 53 h 1517"/>
              <a:gd name="p0x4" fmla="*/ 4020 w 4020"/>
              <a:gd name="p0y4" fmla="*/ 120 h 1517"/>
              <a:gd name="p0x5" fmla="*/ 4020 w 4020"/>
              <a:gd name="p0y5" fmla="*/ 1397 h 1517"/>
              <a:gd name="p0x6" fmla="*/ 4020 w 4020"/>
              <a:gd name="p0y6" fmla="*/ 1463 h 1517"/>
              <a:gd name="p0x7" fmla="*/ 3966 w 4020"/>
              <a:gd name="p0y7" fmla="*/ 1517 h 1517"/>
              <a:gd name="p0x8" fmla="*/ 3900 w 4020"/>
              <a:gd name="p0y8" fmla="*/ 1517 h 1517"/>
              <a:gd name="p0x9" fmla="*/ 120 w 4020"/>
              <a:gd name="p0y9" fmla="*/ 1517 h 1517"/>
              <a:gd name="p0x10" fmla="*/ 53 w 4020"/>
              <a:gd name="p0y10" fmla="*/ 1517 h 1517"/>
              <a:gd name="p0x11" fmla="*/ 0 w 4020"/>
              <a:gd name="p0y11" fmla="*/ 1463 h 1517"/>
              <a:gd name="p0x12" fmla="*/ 0 w 4020"/>
              <a:gd name="p0y12" fmla="*/ 1397 h 1517"/>
              <a:gd name="p0x13" fmla="*/ 0 w 4020"/>
              <a:gd name="p0y13" fmla="*/ 120 h 1517"/>
              <a:gd name="p0x14" fmla="*/ 0 w 4020"/>
              <a:gd name="p0y14" fmla="*/ 53 h 1517"/>
              <a:gd name="p0x15" fmla="*/ 53 w 4020"/>
              <a:gd name="p0y15" fmla="*/ 0 h 1517"/>
              <a:gd name="p0x16" fmla="*/ 120 w 4020"/>
              <a:gd name="p0y16" fmla="*/ 0 h 151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2E0"/>
          </a:solidFill>
          <a:ln w="9525" cmpd="sng">
            <a:solidFill>
              <a:srgbClr val="F0E8D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任意多边形 60"/>
          <p:cNvSpPr/>
          <p:nvPr>
            <p:custDataLst>
              <p:tags r:id="rId67"/>
            </p:custDataLst>
          </p:nvPr>
        </p:nvSpPr>
        <p:spPr>
          <a:xfrm>
            <a:off x="6648450" y="397891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5D2CA"/>
          </a:solidFill>
          <a:ln>
            <a:noFill/>
          </a:ln>
          <a:effectLst>
            <a:outerShdw blurRad="42863" dist="9525" dir="5399999" algn="ctr" rotWithShape="0">
              <a:srgbClr val="5A3A0A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2" name="图片 61"/>
          <p:cNvPicPr>
            <a:picLocks noChangeAspect="1"/>
          </p:cNvPicPr>
          <p:nvPr>
            <p:custDataLst>
              <p:tags r:id="rId68"/>
            </p:custDataLst>
          </p:nvPr>
        </p:nvPicPr>
        <p:blipFill>
          <a:blip r:embed="rId69"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6734175" y="4064635"/>
            <a:ext cx="247650" cy="247650"/>
          </a:xfrm>
          <a:prstGeom prst="rect">
            <a:avLst/>
          </a:prstGeom>
          <a:noFill/>
        </p:spPr>
      </p:pic>
      <p:sp>
        <p:nvSpPr>
          <p:cNvPr id="64" name="文本框 63"/>
          <p:cNvSpPr txBox="1"/>
          <p:nvPr>
            <p:custDataLst>
              <p:tags r:id="rId71"/>
            </p:custDataLst>
          </p:nvPr>
        </p:nvSpPr>
        <p:spPr>
          <a:xfrm>
            <a:off x="7181850" y="3945655"/>
            <a:ext cx="15240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性格偏好小游戏</a:t>
            </a:r>
            <a:endParaRPr sz="150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文本框 64"/>
          <p:cNvSpPr txBox="1"/>
          <p:nvPr>
            <p:custDataLst>
              <p:tags r:id="rId72"/>
            </p:custDataLst>
          </p:nvPr>
        </p:nvSpPr>
        <p:spPr>
          <a:xfrm>
            <a:off x="7181850" y="4203306"/>
            <a:ext cx="1333500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rgbClr val="8A7A6A"/>
                </a:solidFill>
                <a:latin typeface="微软雅黑" panose="020B0503020204020204" charset="-122"/>
                <a:ea typeface="微软雅黑" panose="020B0503020204020204" charset="-122"/>
              </a:rPr>
              <a:t>轻量互动测评</a:t>
            </a:r>
            <a:endParaRPr sz="1350">
              <a:solidFill>
                <a:srgbClr val="8A7A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任意多边形 65"/>
          <p:cNvSpPr/>
          <p:nvPr>
            <p:custDataLst>
              <p:tags r:id="rId73"/>
            </p:custDataLst>
          </p:nvPr>
        </p:nvSpPr>
        <p:spPr>
          <a:xfrm>
            <a:off x="9167495" y="3706495"/>
            <a:ext cx="2552700" cy="963295"/>
          </a:xfrm>
          <a:custGeom>
            <a:avLst/>
            <a:gdLst>
              <a:gd name="sw" fmla="*/ 1 w 4020"/>
              <a:gd name="sh" fmla="*/ 1 h 1517"/>
              <a:gd name="mins" fmla="min sw sh"/>
              <a:gd name="dsw" fmla="+- 0 sw mins"/>
              <a:gd name="dsh" fmla="+- 0 sh mins"/>
              <a:gd name="p0x0" fmla="*/ 120 w 4020"/>
              <a:gd name="p0y0" fmla="*/ 0 h 1517"/>
              <a:gd name="p0x1" fmla="*/ 3900 w 4020"/>
              <a:gd name="p0y1" fmla="*/ 0 h 1517"/>
              <a:gd name="p0x2" fmla="*/ 3966 w 4020"/>
              <a:gd name="p0y2" fmla="*/ 0 h 1517"/>
              <a:gd name="p0x3" fmla="*/ 4020 w 4020"/>
              <a:gd name="p0y3" fmla="*/ 53 h 1517"/>
              <a:gd name="p0x4" fmla="*/ 4020 w 4020"/>
              <a:gd name="p0y4" fmla="*/ 120 h 1517"/>
              <a:gd name="p0x5" fmla="*/ 4020 w 4020"/>
              <a:gd name="p0y5" fmla="*/ 1397 h 1517"/>
              <a:gd name="p0x6" fmla="*/ 4020 w 4020"/>
              <a:gd name="p0y6" fmla="*/ 1463 h 1517"/>
              <a:gd name="p0x7" fmla="*/ 3966 w 4020"/>
              <a:gd name="p0y7" fmla="*/ 1517 h 1517"/>
              <a:gd name="p0x8" fmla="*/ 3900 w 4020"/>
              <a:gd name="p0y8" fmla="*/ 1517 h 1517"/>
              <a:gd name="p0x9" fmla="*/ 120 w 4020"/>
              <a:gd name="p0y9" fmla="*/ 1517 h 1517"/>
              <a:gd name="p0x10" fmla="*/ 53 w 4020"/>
              <a:gd name="p0y10" fmla="*/ 1517 h 1517"/>
              <a:gd name="p0x11" fmla="*/ 0 w 4020"/>
              <a:gd name="p0y11" fmla="*/ 1463 h 1517"/>
              <a:gd name="p0x12" fmla="*/ 0 w 4020"/>
              <a:gd name="p0y12" fmla="*/ 1397 h 1517"/>
              <a:gd name="p0x13" fmla="*/ 0 w 4020"/>
              <a:gd name="p0y13" fmla="*/ 120 h 1517"/>
              <a:gd name="p0x14" fmla="*/ 0 w 4020"/>
              <a:gd name="p0y14" fmla="*/ 53 h 1517"/>
              <a:gd name="p0x15" fmla="*/ 53 w 4020"/>
              <a:gd name="p0y15" fmla="*/ 0 h 1517"/>
              <a:gd name="p0x16" fmla="*/ 120 w 4020"/>
              <a:gd name="p0y16" fmla="*/ 0 h 151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2E0"/>
          </a:solidFill>
          <a:ln w="9525" cmpd="sng">
            <a:solidFill>
              <a:srgbClr val="F0E8D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7" name="任意多边形 66"/>
          <p:cNvSpPr/>
          <p:nvPr>
            <p:custDataLst>
              <p:tags r:id="rId74"/>
            </p:custDataLst>
          </p:nvPr>
        </p:nvSpPr>
        <p:spPr>
          <a:xfrm>
            <a:off x="9324975" y="397891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E8C3"/>
          </a:solidFill>
          <a:ln>
            <a:noFill/>
          </a:ln>
          <a:effectLst>
            <a:outerShdw blurRad="42863" dist="9525" dir="5399999" algn="ctr" rotWithShape="0">
              <a:srgbClr val="5A3A0A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8" name="图片 67"/>
          <p:cNvPicPr>
            <a:picLocks noChangeAspect="1"/>
          </p:cNvPicPr>
          <p:nvPr>
            <p:custDataLst>
              <p:tags r:id="rId75"/>
            </p:custDataLst>
          </p:nvPr>
        </p:nvPicPr>
        <p:blipFill>
          <a:blip r:embed="rId76">
            <a:extLst>
              <a:ext uri="{96DAC541-7B7A-43D3-8B79-37D633B846F1}">
                <asvg:svgBlip xmlns:asvg="http://schemas.microsoft.com/office/drawing/2016/SVG/main" r:embed="rId77"/>
              </a:ext>
            </a:extLst>
          </a:blip>
          <a:stretch>
            <a:fillRect/>
          </a:stretch>
        </p:blipFill>
        <p:spPr>
          <a:xfrm>
            <a:off x="9410700" y="4064635"/>
            <a:ext cx="247650" cy="247650"/>
          </a:xfrm>
          <a:prstGeom prst="rect">
            <a:avLst/>
          </a:prstGeom>
          <a:noFill/>
        </p:spPr>
      </p:pic>
      <p:sp>
        <p:nvSpPr>
          <p:cNvPr id="70" name="文本框 69"/>
          <p:cNvSpPr txBox="1"/>
          <p:nvPr>
            <p:custDataLst>
              <p:tags r:id="rId78"/>
            </p:custDataLst>
          </p:nvPr>
        </p:nvSpPr>
        <p:spPr>
          <a:xfrm>
            <a:off x="9858375" y="3945655"/>
            <a:ext cx="1333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快速心情打卡</a:t>
            </a:r>
            <a:endParaRPr sz="150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文本框 70"/>
          <p:cNvSpPr txBox="1"/>
          <p:nvPr>
            <p:custDataLst>
              <p:tags r:id="rId79"/>
            </p:custDataLst>
          </p:nvPr>
        </p:nvSpPr>
        <p:spPr>
          <a:xfrm>
            <a:off x="9858375" y="4203306"/>
            <a:ext cx="1200226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rgbClr val="8A7A6A"/>
                </a:solidFill>
                <a:latin typeface="微软雅黑" panose="020B0503020204020204" charset="-122"/>
                <a:ea typeface="微软雅黑" panose="020B0503020204020204" charset="-122"/>
              </a:rPr>
              <a:t>日常状态追踪</a:t>
            </a:r>
            <a:endParaRPr sz="1350">
              <a:solidFill>
                <a:srgbClr val="8A7A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任意多边形 71"/>
          <p:cNvSpPr/>
          <p:nvPr>
            <p:custDataLst>
              <p:tags r:id="rId80"/>
            </p:custDataLst>
          </p:nvPr>
        </p:nvSpPr>
        <p:spPr>
          <a:xfrm>
            <a:off x="6490970" y="4793615"/>
            <a:ext cx="2552700" cy="963930"/>
          </a:xfrm>
          <a:custGeom>
            <a:avLst/>
            <a:gdLst>
              <a:gd name="sw" fmla="*/ 1 w 4020"/>
              <a:gd name="sh" fmla="*/ 1 h 1517"/>
              <a:gd name="mins" fmla="min sw sh"/>
              <a:gd name="dsw" fmla="+- 0 sw mins"/>
              <a:gd name="dsh" fmla="+- 0 sh mins"/>
              <a:gd name="p0x0" fmla="*/ 120 w 4020"/>
              <a:gd name="p0y0" fmla="*/ 0 h 1517"/>
              <a:gd name="p0x1" fmla="*/ 3900 w 4020"/>
              <a:gd name="p0y1" fmla="*/ 0 h 1517"/>
              <a:gd name="p0x2" fmla="*/ 3966 w 4020"/>
              <a:gd name="p0y2" fmla="*/ 0 h 1517"/>
              <a:gd name="p0x3" fmla="*/ 4020 w 4020"/>
              <a:gd name="p0y3" fmla="*/ 53 h 1517"/>
              <a:gd name="p0x4" fmla="*/ 4020 w 4020"/>
              <a:gd name="p0y4" fmla="*/ 120 h 1517"/>
              <a:gd name="p0x5" fmla="*/ 4020 w 4020"/>
              <a:gd name="p0y5" fmla="*/ 1397 h 1517"/>
              <a:gd name="p0x6" fmla="*/ 4020 w 4020"/>
              <a:gd name="p0y6" fmla="*/ 1463 h 1517"/>
              <a:gd name="p0x7" fmla="*/ 3966 w 4020"/>
              <a:gd name="p0y7" fmla="*/ 1517 h 1517"/>
              <a:gd name="p0x8" fmla="*/ 3900 w 4020"/>
              <a:gd name="p0y8" fmla="*/ 1517 h 1517"/>
              <a:gd name="p0x9" fmla="*/ 120 w 4020"/>
              <a:gd name="p0y9" fmla="*/ 1517 h 1517"/>
              <a:gd name="p0x10" fmla="*/ 53 w 4020"/>
              <a:gd name="p0y10" fmla="*/ 1517 h 1517"/>
              <a:gd name="p0x11" fmla="*/ 0 w 4020"/>
              <a:gd name="p0y11" fmla="*/ 1463 h 1517"/>
              <a:gd name="p0x12" fmla="*/ 0 w 4020"/>
              <a:gd name="p0y12" fmla="*/ 1397 h 1517"/>
              <a:gd name="p0x13" fmla="*/ 0 w 4020"/>
              <a:gd name="p0y13" fmla="*/ 120 h 1517"/>
              <a:gd name="p0x14" fmla="*/ 0 w 4020"/>
              <a:gd name="p0y14" fmla="*/ 53 h 1517"/>
              <a:gd name="p0x15" fmla="*/ 53 w 4020"/>
              <a:gd name="p0y15" fmla="*/ 0 h 1517"/>
              <a:gd name="p0x16" fmla="*/ 120 w 4020"/>
              <a:gd name="p0y16" fmla="*/ 0 h 151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2E0"/>
          </a:solidFill>
          <a:ln w="9525" cmpd="sng">
            <a:solidFill>
              <a:srgbClr val="F0E8D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3" name="任意多边形 72"/>
          <p:cNvSpPr/>
          <p:nvPr>
            <p:custDataLst>
              <p:tags r:id="rId81"/>
            </p:custDataLst>
          </p:nvPr>
        </p:nvSpPr>
        <p:spPr>
          <a:xfrm>
            <a:off x="6648450" y="506603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9EEFA"/>
          </a:solidFill>
          <a:ln>
            <a:noFill/>
          </a:ln>
          <a:effectLst>
            <a:outerShdw blurRad="42863" dist="9525" dir="5399999" algn="ctr" rotWithShape="0">
              <a:srgbClr val="5A3A0A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4" name="图片 73"/>
          <p:cNvPicPr>
            <a:picLocks noChangeAspect="1"/>
          </p:cNvPicPr>
          <p:nvPr>
            <p:custDataLst>
              <p:tags r:id="rId82"/>
            </p:custDataLst>
          </p:nvPr>
        </p:nvPicPr>
        <p:blipFill>
          <a:blip r:embed="rId83">
            <a:extLst>
              <a:ext uri="{96DAC541-7B7A-43D3-8B79-37D633B846F1}">
                <asvg:svgBlip xmlns:asvg="http://schemas.microsoft.com/office/drawing/2016/SVG/main" r:embed="rId84"/>
              </a:ext>
            </a:extLst>
          </a:blip>
          <a:stretch>
            <a:fillRect/>
          </a:stretch>
        </p:blipFill>
        <p:spPr>
          <a:xfrm>
            <a:off x="6734175" y="5151755"/>
            <a:ext cx="247650" cy="247650"/>
          </a:xfrm>
          <a:prstGeom prst="rect">
            <a:avLst/>
          </a:prstGeom>
          <a:noFill/>
        </p:spPr>
      </p:pic>
      <p:sp>
        <p:nvSpPr>
          <p:cNvPr id="76" name="文本框 75"/>
          <p:cNvSpPr txBox="1"/>
          <p:nvPr>
            <p:custDataLst>
              <p:tags r:id="rId85"/>
            </p:custDataLst>
          </p:nvPr>
        </p:nvSpPr>
        <p:spPr>
          <a:xfrm>
            <a:off x="7181850" y="5033067"/>
            <a:ext cx="1714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校园心理服务查询</a:t>
            </a:r>
            <a:endParaRPr sz="150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文本框 76"/>
          <p:cNvSpPr txBox="1"/>
          <p:nvPr>
            <p:custDataLst>
              <p:tags r:id="rId86"/>
            </p:custDataLst>
          </p:nvPr>
        </p:nvSpPr>
        <p:spPr>
          <a:xfrm>
            <a:off x="7181850" y="5290719"/>
            <a:ext cx="1524000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rgbClr val="8A7A6A"/>
                </a:solidFill>
                <a:latin typeface="微软雅黑" panose="020B0503020204020204" charset="-122"/>
                <a:ea typeface="微软雅黑" panose="020B0503020204020204" charset="-122"/>
              </a:rPr>
              <a:t>资源精准匹配</a:t>
            </a:r>
            <a:endParaRPr sz="1350">
              <a:solidFill>
                <a:srgbClr val="8A7A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任意多边形 77"/>
          <p:cNvSpPr/>
          <p:nvPr>
            <p:custDataLst>
              <p:tags r:id="rId87"/>
            </p:custDataLst>
          </p:nvPr>
        </p:nvSpPr>
        <p:spPr>
          <a:xfrm>
            <a:off x="9167495" y="4793615"/>
            <a:ext cx="2552700" cy="963930"/>
          </a:xfrm>
          <a:custGeom>
            <a:avLst/>
            <a:gdLst>
              <a:gd name="sw" fmla="*/ 1 w 4020"/>
              <a:gd name="sh" fmla="*/ 1 h 1517"/>
              <a:gd name="mins" fmla="min sw sh"/>
              <a:gd name="dsw" fmla="+- 0 sw mins"/>
              <a:gd name="dsh" fmla="+- 0 sh mins"/>
              <a:gd name="p0x0" fmla="*/ 120 w 4020"/>
              <a:gd name="p0y0" fmla="*/ 0 h 1517"/>
              <a:gd name="p0x1" fmla="*/ 3900 w 4020"/>
              <a:gd name="p0y1" fmla="*/ 0 h 1517"/>
              <a:gd name="p0x2" fmla="*/ 3966 w 4020"/>
              <a:gd name="p0y2" fmla="*/ 0 h 1517"/>
              <a:gd name="p0x3" fmla="*/ 4020 w 4020"/>
              <a:gd name="p0y3" fmla="*/ 53 h 1517"/>
              <a:gd name="p0x4" fmla="*/ 4020 w 4020"/>
              <a:gd name="p0y4" fmla="*/ 120 h 1517"/>
              <a:gd name="p0x5" fmla="*/ 4020 w 4020"/>
              <a:gd name="p0y5" fmla="*/ 1397 h 1517"/>
              <a:gd name="p0x6" fmla="*/ 4020 w 4020"/>
              <a:gd name="p0y6" fmla="*/ 1463 h 1517"/>
              <a:gd name="p0x7" fmla="*/ 3966 w 4020"/>
              <a:gd name="p0y7" fmla="*/ 1517 h 1517"/>
              <a:gd name="p0x8" fmla="*/ 3900 w 4020"/>
              <a:gd name="p0y8" fmla="*/ 1517 h 1517"/>
              <a:gd name="p0x9" fmla="*/ 120 w 4020"/>
              <a:gd name="p0y9" fmla="*/ 1517 h 1517"/>
              <a:gd name="p0x10" fmla="*/ 53 w 4020"/>
              <a:gd name="p0y10" fmla="*/ 1517 h 1517"/>
              <a:gd name="p0x11" fmla="*/ 0 w 4020"/>
              <a:gd name="p0y11" fmla="*/ 1463 h 1517"/>
              <a:gd name="p0x12" fmla="*/ 0 w 4020"/>
              <a:gd name="p0y12" fmla="*/ 1397 h 1517"/>
              <a:gd name="p0x13" fmla="*/ 0 w 4020"/>
              <a:gd name="p0y13" fmla="*/ 120 h 1517"/>
              <a:gd name="p0x14" fmla="*/ 0 w 4020"/>
              <a:gd name="p0y14" fmla="*/ 53 h 1517"/>
              <a:gd name="p0x15" fmla="*/ 53 w 4020"/>
              <a:gd name="p0y15" fmla="*/ 0 h 1517"/>
              <a:gd name="p0x16" fmla="*/ 120 w 4020"/>
              <a:gd name="p0y16" fmla="*/ 0 h 151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2E0"/>
          </a:solidFill>
          <a:ln w="9525" cmpd="sng">
            <a:solidFill>
              <a:srgbClr val="F0E8D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9" name="任意多边形 78"/>
          <p:cNvSpPr/>
          <p:nvPr>
            <p:custDataLst>
              <p:tags r:id="rId88"/>
            </p:custDataLst>
          </p:nvPr>
        </p:nvSpPr>
        <p:spPr>
          <a:xfrm>
            <a:off x="9324975" y="506603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5D2CA"/>
          </a:solidFill>
          <a:ln>
            <a:noFill/>
          </a:ln>
          <a:effectLst>
            <a:outerShdw blurRad="42863" dist="9525" dir="5399999" algn="ctr" rotWithShape="0">
              <a:srgbClr val="5A3A0A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0" name="图片 79"/>
          <p:cNvPicPr>
            <a:picLocks noChangeAspect="1"/>
          </p:cNvPicPr>
          <p:nvPr>
            <p:custDataLst>
              <p:tags r:id="rId89"/>
            </p:custDataLst>
          </p:nvPr>
        </p:nvPicPr>
        <p:blipFill>
          <a:blip r:embed="rId90">
            <a:extLst>
              <a:ext uri="{96DAC541-7B7A-43D3-8B79-37D633B846F1}">
                <asvg:svgBlip xmlns:asvg="http://schemas.microsoft.com/office/drawing/2016/SVG/main" r:embed="rId91"/>
              </a:ext>
            </a:extLst>
          </a:blip>
          <a:stretch>
            <a:fillRect/>
          </a:stretch>
        </p:blipFill>
        <p:spPr>
          <a:xfrm>
            <a:off x="9410700" y="5151755"/>
            <a:ext cx="247650" cy="247650"/>
          </a:xfrm>
          <a:prstGeom prst="rect">
            <a:avLst/>
          </a:prstGeom>
          <a:noFill/>
        </p:spPr>
      </p:pic>
      <p:sp>
        <p:nvSpPr>
          <p:cNvPr id="82" name="文本框 81"/>
          <p:cNvSpPr txBox="1"/>
          <p:nvPr>
            <p:custDataLst>
              <p:tags r:id="rId92"/>
            </p:custDataLst>
          </p:nvPr>
        </p:nvSpPr>
        <p:spPr>
          <a:xfrm>
            <a:off x="9858375" y="5033067"/>
            <a:ext cx="1333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安全风险引导</a:t>
            </a:r>
            <a:endParaRPr sz="150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文本框 82"/>
          <p:cNvSpPr txBox="1"/>
          <p:nvPr>
            <p:custDataLst>
              <p:tags r:id="rId93"/>
            </p:custDataLst>
          </p:nvPr>
        </p:nvSpPr>
        <p:spPr>
          <a:xfrm>
            <a:off x="9858375" y="5290719"/>
            <a:ext cx="1371676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rgbClr val="8A7A6A"/>
                </a:solidFill>
                <a:latin typeface="微软雅黑" panose="020B0503020204020204" charset="-122"/>
                <a:ea typeface="微软雅黑" panose="020B0503020204020204" charset="-122"/>
              </a:rPr>
              <a:t>危机识别与转介</a:t>
            </a:r>
            <a:endParaRPr sz="1350">
              <a:solidFill>
                <a:srgbClr val="8A7A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任意多边形 2"/>
          <p:cNvSpPr/>
          <p:nvPr>
            <p:custDataLst>
              <p:tags r:id="rId1"/>
            </p:custDataLst>
          </p:nvPr>
        </p:nvSpPr>
        <p:spPr>
          <a:xfrm>
            <a:off x="457200" y="561975"/>
            <a:ext cx="38100" cy="266700"/>
          </a:xfrm>
          <a:custGeom>
            <a:avLst/>
            <a:gdLst>
              <a:gd name="sw" fmla="*/ 1 w 60"/>
              <a:gd name="sh" fmla="*/ 1 h 420"/>
              <a:gd name="mins" fmla="min sw sh"/>
              <a:gd name="dsw" fmla="+- 0 sw mins"/>
              <a:gd name="dsh" fmla="+- 0 sh mins"/>
              <a:gd name="p0x0" fmla="*/ 30 w 60"/>
              <a:gd name="p0y0" fmla="*/ 0 h 420"/>
              <a:gd name="p0x1" fmla="*/ 46 w 60"/>
              <a:gd name="p0y1" fmla="*/ 0 h 420"/>
              <a:gd name="p0x2" fmla="*/ 60 w 60"/>
              <a:gd name="p0y2" fmla="*/ 13 h 420"/>
              <a:gd name="p0x3" fmla="*/ 60 w 60"/>
              <a:gd name="p0y3" fmla="*/ 30 h 420"/>
              <a:gd name="p0x4" fmla="*/ 60 w 60"/>
              <a:gd name="p0y4" fmla="*/ 390 h 420"/>
              <a:gd name="p0x5" fmla="*/ 60 w 60"/>
              <a:gd name="p0y5" fmla="*/ 406 h 420"/>
              <a:gd name="p0x6" fmla="*/ 46 w 60"/>
              <a:gd name="p0y6" fmla="*/ 420 h 420"/>
              <a:gd name="p0x7" fmla="*/ 30 w 60"/>
              <a:gd name="p0y7" fmla="*/ 420 h 420"/>
              <a:gd name="p0x8" fmla="*/ 13 w 60"/>
              <a:gd name="p0y8" fmla="*/ 420 h 420"/>
              <a:gd name="p0x9" fmla="*/ 0 w 60"/>
              <a:gd name="p0y9" fmla="*/ 406 h 420"/>
              <a:gd name="p0x10" fmla="*/ 0 w 60"/>
              <a:gd name="p0y10" fmla="*/ 390 h 420"/>
              <a:gd name="p0x11" fmla="*/ 0 w 60"/>
              <a:gd name="p0y11" fmla="*/ 30 h 420"/>
              <a:gd name="p0x12" fmla="*/ 0 w 60"/>
              <a:gd name="p0y12" fmla="*/ 13 h 420"/>
              <a:gd name="p0x13" fmla="*/ 13 w 60"/>
              <a:gd name="p0y13" fmla="*/ 0 h 420"/>
              <a:gd name="p0x14" fmla="*/ 30 w 60"/>
              <a:gd name="p0y14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5A62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609600" y="433388"/>
            <a:ext cx="3810000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30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2 </a:t>
            </a:r>
            <a:r>
              <a:rPr sz="30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核心痛点与目标用户</a:t>
            </a:r>
            <a:endParaRPr sz="300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461645" y="1128395"/>
            <a:ext cx="11268075" cy="619125"/>
          </a:xfrm>
          <a:custGeom>
            <a:avLst/>
            <a:gdLst>
              <a:gd name="sw" fmla="*/ 1 w 17745"/>
              <a:gd name="sh" fmla="*/ 1 h 975"/>
              <a:gd name="mins" fmla="min sw sh"/>
              <a:gd name="dsw" fmla="+- 0 sw mins"/>
              <a:gd name="dsh" fmla="+- 0 sh mins"/>
              <a:gd name="p0x0" fmla="*/ 120 w 17745"/>
              <a:gd name="p0y0" fmla="*/ 0 h 975"/>
              <a:gd name="p0x1" fmla="*/ 17625 w 17745"/>
              <a:gd name="p0y1" fmla="*/ 0 h 975"/>
              <a:gd name="p0x2" fmla="*/ 17691 w 17745"/>
              <a:gd name="p0y2" fmla="*/ 0 h 975"/>
              <a:gd name="p0x3" fmla="*/ 17745 w 17745"/>
              <a:gd name="p0y3" fmla="*/ 53 h 975"/>
              <a:gd name="p0x4" fmla="*/ 17745 w 17745"/>
              <a:gd name="p0y4" fmla="*/ 120 h 975"/>
              <a:gd name="p0x5" fmla="*/ 17745 w 17745"/>
              <a:gd name="p0y5" fmla="*/ 855 h 975"/>
              <a:gd name="p0x6" fmla="*/ 17745 w 17745"/>
              <a:gd name="p0y6" fmla="*/ 921 h 975"/>
              <a:gd name="p0x7" fmla="*/ 17691 w 17745"/>
              <a:gd name="p0y7" fmla="*/ 975 h 975"/>
              <a:gd name="p0x8" fmla="*/ 17625 w 17745"/>
              <a:gd name="p0y8" fmla="*/ 975 h 975"/>
              <a:gd name="p0x9" fmla="*/ 120 w 17745"/>
              <a:gd name="p0y9" fmla="*/ 975 h 975"/>
              <a:gd name="p0x10" fmla="*/ 53 w 17745"/>
              <a:gd name="p0y10" fmla="*/ 975 h 975"/>
              <a:gd name="p0x11" fmla="*/ 0 w 17745"/>
              <a:gd name="p0y11" fmla="*/ 921 h 975"/>
              <a:gd name="p0x12" fmla="*/ 0 w 17745"/>
              <a:gd name="p0y12" fmla="*/ 855 h 975"/>
              <a:gd name="p0x13" fmla="*/ 0 w 17745"/>
              <a:gd name="p0y13" fmla="*/ 120 h 975"/>
              <a:gd name="p0x14" fmla="*/ 0 w 17745"/>
              <a:gd name="p0y14" fmla="*/ 53 h 975"/>
              <a:gd name="p0x15" fmla="*/ 53 w 17745"/>
              <a:gd name="p0y15" fmla="*/ 0 h 975"/>
              <a:gd name="p0x16" fmla="*/ 120 w 17745"/>
              <a:gd name="p0y16" fmla="*/ 0 h 9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2E0"/>
          </a:solidFill>
          <a:ln w="9525" cmpd="sng">
            <a:solidFill>
              <a:srgbClr val="E8D8C8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657225" y="1271588"/>
            <a:ext cx="1087755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三大痛点指向核心需求：需要</a:t>
            </a:r>
            <a:r>
              <a:rPr lang="en-US" altLang="zh-CN"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450">
                <a:highlight>
                  <a:srgbClr val="FDE8C3"/>
                </a:highlight>
              </a:rPr>
              <a:t> </a:t>
            </a:r>
            <a:r>
              <a:rPr sz="1500" b="1">
                <a:solidFill>
                  <a:srgbClr val="5A3A0A"/>
                </a:solidFill>
                <a:highlight>
                  <a:srgbClr val="FDE8C3"/>
                </a:highlight>
                <a:latin typeface="微软雅黑" panose="020B0503020204020204" charset="-122"/>
                <a:ea typeface="微软雅黑" panose="020B0503020204020204" charset="-122"/>
              </a:rPr>
              <a:t>懂校园场景</a:t>
            </a:r>
            <a:r>
              <a:rPr sz="450">
                <a:highlight>
                  <a:srgbClr val="FDE8C3"/>
                </a:highlight>
              </a:rPr>
              <a:t> </a:t>
            </a:r>
            <a:r>
              <a:rPr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sz="450">
                <a:highlight>
                  <a:srgbClr val="FDE8C3"/>
                </a:highlight>
              </a:rPr>
              <a:t> </a:t>
            </a:r>
            <a:r>
              <a:rPr sz="1500" b="1">
                <a:solidFill>
                  <a:srgbClr val="5A3A0A"/>
                </a:solidFill>
                <a:highlight>
                  <a:srgbClr val="FDE8C3"/>
                </a:highlight>
                <a:latin typeface="微软雅黑" panose="020B0503020204020204" charset="-122"/>
                <a:ea typeface="微软雅黑" panose="020B0503020204020204" charset="-122"/>
              </a:rPr>
              <a:t>能连续陪伴</a:t>
            </a:r>
            <a:r>
              <a:rPr sz="450">
                <a:highlight>
                  <a:srgbClr val="FDE8C3"/>
                </a:highlight>
              </a:rPr>
              <a:t> </a:t>
            </a:r>
            <a:r>
              <a:rPr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sz="450">
                <a:highlight>
                  <a:srgbClr val="FDE8C3"/>
                </a:highlight>
              </a:rPr>
              <a:t> </a:t>
            </a:r>
            <a:r>
              <a:rPr sz="1500" b="1">
                <a:solidFill>
                  <a:srgbClr val="5A3A0A"/>
                </a:solidFill>
                <a:highlight>
                  <a:srgbClr val="FDE8C3"/>
                </a:highlight>
                <a:latin typeface="微软雅黑" panose="020B0503020204020204" charset="-122"/>
                <a:ea typeface="微软雅黑" panose="020B0503020204020204" charset="-122"/>
              </a:rPr>
              <a:t>能完成筛查与转介</a:t>
            </a:r>
            <a:r>
              <a:rPr sz="450">
                <a:highlight>
                  <a:srgbClr val="FDE8C3"/>
                </a:highlight>
              </a:rPr>
              <a:t> </a:t>
            </a:r>
            <a:r>
              <a:rPr lang="en-US"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的专业入口</a:t>
            </a:r>
            <a:endParaRPr lang="zh-CN" altLang="en-US" sz="1500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5"/>
            </p:custDataLst>
          </p:nvPr>
        </p:nvSpPr>
        <p:spPr>
          <a:xfrm>
            <a:off x="461645" y="1947545"/>
            <a:ext cx="5798185" cy="3705225"/>
          </a:xfrm>
          <a:custGeom>
            <a:avLst/>
            <a:gdLst>
              <a:gd name="sw" fmla="*/ 1 w 9130"/>
              <a:gd name="sh" fmla="*/ 1 h 5835"/>
              <a:gd name="mins" fmla="min sw sh"/>
              <a:gd name="dsw" fmla="+- 0 sw mins"/>
              <a:gd name="dsh" fmla="+- 0 sh mins"/>
              <a:gd name="p0x0" fmla="*/ 240 w 9130"/>
              <a:gd name="p0y0" fmla="*/ 0 h 5835"/>
              <a:gd name="p0x1" fmla="*/ 8890 w 9130"/>
              <a:gd name="p0y1" fmla="*/ 0 h 5835"/>
              <a:gd name="p0x2" fmla="*/ 9023 w 9130"/>
              <a:gd name="p0y2" fmla="*/ 0 h 5835"/>
              <a:gd name="p0x3" fmla="*/ 9130 w 9130"/>
              <a:gd name="p0y3" fmla="*/ 107 h 5835"/>
              <a:gd name="p0x4" fmla="*/ 9130 w 9130"/>
              <a:gd name="p0y4" fmla="*/ 240 h 5835"/>
              <a:gd name="p0x5" fmla="*/ 9130 w 9130"/>
              <a:gd name="p0y5" fmla="*/ 5595 h 5835"/>
              <a:gd name="p0x6" fmla="*/ 9130 w 9130"/>
              <a:gd name="p0y6" fmla="*/ 5727 h 5835"/>
              <a:gd name="p0x7" fmla="*/ 9023 w 9130"/>
              <a:gd name="p0y7" fmla="*/ 5835 h 5835"/>
              <a:gd name="p0x8" fmla="*/ 8890 w 9130"/>
              <a:gd name="p0y8" fmla="*/ 5835 h 5835"/>
              <a:gd name="p0x9" fmla="*/ 240 w 9130"/>
              <a:gd name="p0y9" fmla="*/ 5835 h 5835"/>
              <a:gd name="p0x10" fmla="*/ 107 w 9130"/>
              <a:gd name="p0y10" fmla="*/ 5835 h 5835"/>
              <a:gd name="p0x11" fmla="*/ 0 w 9130"/>
              <a:gd name="p0y11" fmla="*/ 5727 h 5835"/>
              <a:gd name="p0x12" fmla="*/ 0 w 9130"/>
              <a:gd name="p0y12" fmla="*/ 5595 h 5835"/>
              <a:gd name="p0x13" fmla="*/ 0 w 9130"/>
              <a:gd name="p0y13" fmla="*/ 240 h 5835"/>
              <a:gd name="p0x14" fmla="*/ 0 w 9130"/>
              <a:gd name="p0y14" fmla="*/ 107 h 5835"/>
              <a:gd name="p0x15" fmla="*/ 107 w 9130"/>
              <a:gd name="p0y15" fmla="*/ 0 h 5835"/>
              <a:gd name="p0x16" fmla="*/ 240 w 9130"/>
              <a:gd name="p0y16" fmla="*/ 0 h 58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EFCF9"/>
          </a:solidFill>
          <a:ln w="9525" cmpd="sng">
            <a:solidFill>
              <a:srgbClr val="F0E8DC"/>
            </a:solidFill>
            <a:prstDash val="solid"/>
          </a:ln>
          <a:effectLst>
            <a:outerShdw blurRad="42863" dist="9525" dir="5399999" algn="ctr" rotWithShape="0">
              <a:srgbClr val="5A3A0A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>
            <p:custDataLst>
              <p:tags r:id="rId6"/>
            </p:custDataLst>
          </p:nvPr>
        </p:nvSpPr>
        <p:spPr>
          <a:xfrm>
            <a:off x="657225" y="2200275"/>
            <a:ext cx="838200" cy="238125"/>
          </a:xfrm>
          <a:custGeom>
            <a:avLst/>
            <a:gdLst>
              <a:gd name="sw" fmla="*/ 1 w 1320"/>
              <a:gd name="sh" fmla="*/ 1 h 375"/>
              <a:gd name="mins" fmla="min sw sh"/>
              <a:gd name="dsw" fmla="+- 0 sw mins"/>
              <a:gd name="dsh" fmla="+- 0 sh mins"/>
              <a:gd name="p0x0" fmla="*/ 187 w 1320"/>
              <a:gd name="p0y0" fmla="*/ 0 h 375"/>
              <a:gd name="p0x1" fmla="*/ 1132 w 1320"/>
              <a:gd name="p0y1" fmla="*/ 0 h 375"/>
              <a:gd name="p0x2" fmla="*/ 1236 w 1320"/>
              <a:gd name="p0y2" fmla="*/ 0 h 375"/>
              <a:gd name="p0x3" fmla="*/ 1320 w 1320"/>
              <a:gd name="p0y3" fmla="*/ 83 h 375"/>
              <a:gd name="p0x4" fmla="*/ 1320 w 1320"/>
              <a:gd name="p0y4" fmla="*/ 187 h 375"/>
              <a:gd name="p0x5" fmla="*/ 1320 w 1320"/>
              <a:gd name="p0y5" fmla="*/ 291 h 375"/>
              <a:gd name="p0x6" fmla="*/ 1236 w 1320"/>
              <a:gd name="p0y6" fmla="*/ 375 h 375"/>
              <a:gd name="p0x7" fmla="*/ 1132 w 1320"/>
              <a:gd name="p0y7" fmla="*/ 375 h 375"/>
              <a:gd name="p0x8" fmla="*/ 187 w 1320"/>
              <a:gd name="p0y8" fmla="*/ 375 h 375"/>
              <a:gd name="p0x9" fmla="*/ 83 w 1320"/>
              <a:gd name="p0y9" fmla="*/ 375 h 375"/>
              <a:gd name="p0x10" fmla="*/ 0 w 1320"/>
              <a:gd name="p0y10" fmla="*/ 291 h 375"/>
              <a:gd name="p0x11" fmla="*/ 0 w 1320"/>
              <a:gd name="p0y11" fmla="*/ 187 h 375"/>
              <a:gd name="p0x12" fmla="*/ 0 w 1320"/>
              <a:gd name="p0y12" fmla="*/ 83 h 375"/>
              <a:gd name="p0x13" fmla="*/ 83 w 1320"/>
              <a:gd name="p0y13" fmla="*/ 0 h 375"/>
              <a:gd name="p0x14" fmla="*/ 187 w 1320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DE8C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771525" y="2219325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</a:rPr>
              <a:t>核心痛点</a:t>
            </a:r>
            <a:endParaRPr sz="1200">
              <a:solidFill>
                <a:srgbClr val="5A3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1609801" y="2143125"/>
            <a:ext cx="4454871" cy="3524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21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三大痛点</a:t>
            </a:r>
            <a:endParaRPr sz="210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5" name="组合 54"/>
          <p:cNvGrpSpPr/>
          <p:nvPr/>
        </p:nvGrpSpPr>
        <p:grpSpPr>
          <a:xfrm>
            <a:off x="657225" y="2647950"/>
            <a:ext cx="5407025" cy="834390"/>
            <a:chOff x="1035" y="4170"/>
            <a:chExt cx="8515" cy="1314"/>
          </a:xfrm>
          <a:effectLst>
            <a:outerShdw blurRad="42863" dist="9525" dir="5399999" algn="ctr" rotWithShape="0">
              <a:srgbClr val="5A3A0A">
                <a:alpha val="10196"/>
              </a:srgbClr>
            </a:outerShdw>
          </a:effectLst>
        </p:grpSpPr>
        <p:sp>
          <p:nvSpPr>
            <p:cNvPr id="11" name="任意多边形 10"/>
            <p:cNvSpPr/>
            <p:nvPr>
              <p:custDataLst>
                <p:tags r:id="rId9"/>
              </p:custDataLst>
            </p:nvPr>
          </p:nvSpPr>
          <p:spPr>
            <a:xfrm>
              <a:off x="1035" y="4170"/>
              <a:ext cx="8515" cy="1314"/>
            </a:xfrm>
            <a:custGeom>
              <a:avLst/>
              <a:gdLst>
                <a:gd name="sw" fmla="*/ 1 w 8515"/>
                <a:gd name="sh" fmla="*/ 1 h 1314"/>
                <a:gd name="mins" fmla="min sw sh"/>
                <a:gd name="dsw" fmla="+- 0 sw mins"/>
                <a:gd name="dsh" fmla="+- 0 sh mins"/>
                <a:gd name="p0x0" fmla="*/ 120 w 8515"/>
                <a:gd name="p0y0" fmla="*/ 0 h 1314"/>
                <a:gd name="p0x1" fmla="*/ 8395 w 8515"/>
                <a:gd name="p0y1" fmla="*/ 0 h 1314"/>
                <a:gd name="p0x2" fmla="*/ 8461 w 8515"/>
                <a:gd name="p0y2" fmla="*/ 0 h 1314"/>
                <a:gd name="p0x3" fmla="*/ 8515 w 8515"/>
                <a:gd name="p0y3" fmla="*/ 53 h 1314"/>
                <a:gd name="p0x4" fmla="*/ 8515 w 8515"/>
                <a:gd name="p0y4" fmla="*/ 120 h 1314"/>
                <a:gd name="p0x5" fmla="*/ 8515 w 8515"/>
                <a:gd name="p0y5" fmla="*/ 1194 h 1314"/>
                <a:gd name="p0x6" fmla="*/ 8515 w 8515"/>
                <a:gd name="p0y6" fmla="*/ 1261 h 1314"/>
                <a:gd name="p0x7" fmla="*/ 8461 w 8515"/>
                <a:gd name="p0y7" fmla="*/ 1314 h 1314"/>
                <a:gd name="p0x8" fmla="*/ 8395 w 8515"/>
                <a:gd name="p0y8" fmla="*/ 1314 h 1314"/>
                <a:gd name="p0x9" fmla="*/ 120 w 8515"/>
                <a:gd name="p0y9" fmla="*/ 1314 h 1314"/>
                <a:gd name="p0x10" fmla="*/ 53 w 8515"/>
                <a:gd name="p0y10" fmla="*/ 1314 h 1314"/>
                <a:gd name="p0x11" fmla="*/ 0 w 8515"/>
                <a:gd name="p0y11" fmla="*/ 1261 h 1314"/>
                <a:gd name="p0x12" fmla="*/ 0 w 8515"/>
                <a:gd name="p0y12" fmla="*/ 1194 h 1314"/>
                <a:gd name="p0x13" fmla="*/ 0 w 8515"/>
                <a:gd name="p0y13" fmla="*/ 120 h 1314"/>
                <a:gd name="p0x14" fmla="*/ 0 w 8515"/>
                <a:gd name="p0y14" fmla="*/ 53 h 1314"/>
                <a:gd name="p0x15" fmla="*/ 53 w 8515"/>
                <a:gd name="p0y15" fmla="*/ 0 h 1314"/>
                <a:gd name="p0x16" fmla="*/ 120 w 8515"/>
                <a:gd name="p0y16" fmla="*/ 0 h 131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任意多边形 11"/>
            <p:cNvSpPr/>
            <p:nvPr>
              <p:custDataLst>
                <p:tags r:id="rId10"/>
              </p:custDataLst>
            </p:nvPr>
          </p:nvSpPr>
          <p:spPr>
            <a:xfrm>
              <a:off x="1117" y="4170"/>
              <a:ext cx="8398" cy="45"/>
            </a:xfrm>
            <a:custGeom>
              <a:avLst/>
              <a:gdLst>
                <a:gd name="sw" fmla="*/ 1 w 8397"/>
                <a:gd name="sh" fmla="*/ 1 h 45"/>
                <a:gd name="mins" fmla="min sw sh"/>
                <a:gd name="dsw" fmla="+- 0 sw mins"/>
                <a:gd name="dsh" fmla="+- 0 sh mins"/>
                <a:gd name="p0x0" fmla="*/ 37 w 8397"/>
                <a:gd name="p0y0" fmla="*/ 0 h 45"/>
                <a:gd name="p0x1" fmla="*/ 8312 w 8397"/>
                <a:gd name="p0y1" fmla="*/ 0 h 45"/>
                <a:gd name="p0x2" fmla="*/ 8345 w 8397"/>
                <a:gd name="p0y2" fmla="*/ 0 h 45"/>
                <a:gd name="p0x3" fmla="*/ 8375 w 8397"/>
                <a:gd name="p0y3" fmla="*/ 13 h 45"/>
                <a:gd name="p0x4" fmla="*/ 8397 w 8397"/>
                <a:gd name="p0y4" fmla="*/ 35 h 45"/>
                <a:gd name="p0x5" fmla="*/ 8387 w 8397"/>
                <a:gd name="p0y5" fmla="*/ 45 h 45"/>
                <a:gd name="p0x6" fmla="*/ 8368 w 8397"/>
                <a:gd name="p0y6" fmla="*/ 26 h 45"/>
                <a:gd name="p0x7" fmla="*/ 8341 w 8397"/>
                <a:gd name="p0y7" fmla="*/ 15 h 45"/>
                <a:gd name="p0x8" fmla="*/ 8312 w 8397"/>
                <a:gd name="p0y8" fmla="*/ 15 h 45"/>
                <a:gd name="p0x9" fmla="*/ 37 w 8397"/>
                <a:gd name="p0y9" fmla="*/ 15 h 45"/>
                <a:gd name="p0x10" fmla="*/ 30 w 8397"/>
                <a:gd name="p0y10" fmla="*/ 15 h 45"/>
                <a:gd name="p0x11" fmla="*/ 24 w 8397"/>
                <a:gd name="p0y11" fmla="*/ 16 h 45"/>
                <a:gd name="p0x12" fmla="*/ 18 w 8397"/>
                <a:gd name="p0y12" fmla="*/ 20 h 45"/>
                <a:gd name="p0x13" fmla="*/ 0 w 8397"/>
                <a:gd name="p0y13" fmla="*/ 5 h 45"/>
                <a:gd name="p0x14" fmla="*/ 0 w 8397"/>
                <a:gd name="p0y14" fmla="*/ 5 h 45"/>
                <a:gd name="p0x15" fmla="*/ 11 w 8397"/>
                <a:gd name="p0y15" fmla="*/ 2 h 45"/>
                <a:gd name="p0x16" fmla="*/ 24 w 8397"/>
                <a:gd name="p0y16" fmla="*/ 0 h 45"/>
                <a:gd name="p0x17" fmla="*/ 37 w 8397"/>
                <a:gd name="p0y17" fmla="*/ 0 h 4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0E8D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任意多边形 12"/>
            <p:cNvSpPr/>
            <p:nvPr>
              <p:custDataLst>
                <p:tags r:id="rId11"/>
              </p:custDataLst>
            </p:nvPr>
          </p:nvSpPr>
          <p:spPr>
            <a:xfrm>
              <a:off x="9504" y="4205"/>
              <a:ext cx="46" cy="1244"/>
            </a:xfrm>
            <a:custGeom>
              <a:avLst/>
              <a:gdLst>
                <a:gd name="sw" fmla="*/ 1 w 45"/>
                <a:gd name="sh" fmla="*/ 1 h 1244"/>
                <a:gd name="mins" fmla="min sw sh"/>
                <a:gd name="dsw" fmla="+- 0 sw mins"/>
                <a:gd name="dsh" fmla="+- 0 sh mins"/>
                <a:gd name="p0x0" fmla="*/ 45 w 45"/>
                <a:gd name="p0y0" fmla="*/ 84 h 1244"/>
                <a:gd name="p0x1" fmla="*/ 45 w 45"/>
                <a:gd name="p0y1" fmla="*/ 1159 h 1244"/>
                <a:gd name="p0x2" fmla="*/ 45 w 45"/>
                <a:gd name="p0y2" fmla="*/ 1192 h 1244"/>
                <a:gd name="p0x3" fmla="*/ 32 w 45"/>
                <a:gd name="p0y3" fmla="*/ 1222 h 1244"/>
                <a:gd name="p0x4" fmla="*/ 10 w 45"/>
                <a:gd name="p0y4" fmla="*/ 1244 h 1244"/>
                <a:gd name="p0x5" fmla="*/ 0 w 45"/>
                <a:gd name="p0y5" fmla="*/ 1234 h 1244"/>
                <a:gd name="p0x6" fmla="*/ 19 w 45"/>
                <a:gd name="p0y6" fmla="*/ 1215 h 1244"/>
                <a:gd name="p0x7" fmla="*/ 30 w 45"/>
                <a:gd name="p0y7" fmla="*/ 1188 h 1244"/>
                <a:gd name="p0x8" fmla="*/ 30 w 45"/>
                <a:gd name="p0y8" fmla="*/ 1159 h 1244"/>
                <a:gd name="p0x9" fmla="*/ 30 w 45"/>
                <a:gd name="p0y9" fmla="*/ 84 h 1244"/>
                <a:gd name="p0x10" fmla="*/ 30 w 45"/>
                <a:gd name="p0y10" fmla="*/ 55 h 1244"/>
                <a:gd name="p0x11" fmla="*/ 19 w 45"/>
                <a:gd name="p0y11" fmla="*/ 29 h 1244"/>
                <a:gd name="p0x12" fmla="*/ 0 w 45"/>
                <a:gd name="p0y12" fmla="*/ 10 h 1244"/>
                <a:gd name="p0x13" fmla="*/ 10 w 45"/>
                <a:gd name="p0y13" fmla="*/ 0 h 1244"/>
                <a:gd name="p0x14" fmla="*/ 32 w 45"/>
                <a:gd name="p0y14" fmla="*/ 21 h 1244"/>
                <a:gd name="p0x15" fmla="*/ 45 w 45"/>
                <a:gd name="p0y15" fmla="*/ 51 h 1244"/>
                <a:gd name="p0x16" fmla="*/ 45 w 45"/>
                <a:gd name="p0y16" fmla="*/ 84 h 124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0E8D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任意多边形 13"/>
            <p:cNvSpPr/>
            <p:nvPr>
              <p:custDataLst>
                <p:tags r:id="rId12"/>
              </p:custDataLst>
            </p:nvPr>
          </p:nvSpPr>
          <p:spPr>
            <a:xfrm>
              <a:off x="1117" y="5439"/>
              <a:ext cx="8398" cy="45"/>
            </a:xfrm>
            <a:custGeom>
              <a:avLst/>
              <a:gdLst>
                <a:gd name="sw" fmla="*/ 1 w 8397"/>
                <a:gd name="sh" fmla="*/ 1 h 45"/>
                <a:gd name="mins" fmla="min sw sh"/>
                <a:gd name="dsw" fmla="+- 0 sw mins"/>
                <a:gd name="dsh" fmla="+- 0 sh mins"/>
                <a:gd name="p0x0" fmla="*/ 8312 w 8397"/>
                <a:gd name="p0y0" fmla="*/ 45 h 45"/>
                <a:gd name="p0x1" fmla="*/ 37 w 8397"/>
                <a:gd name="p0y1" fmla="*/ 45 h 45"/>
                <a:gd name="p0x2" fmla="*/ 24 w 8397"/>
                <a:gd name="p0y2" fmla="*/ 45 h 45"/>
                <a:gd name="p0x3" fmla="*/ 11 w 8397"/>
                <a:gd name="p0y3" fmla="*/ 43 h 45"/>
                <a:gd name="p0x4" fmla="*/ 0 w 8397"/>
                <a:gd name="p0y4" fmla="*/ 39 h 45"/>
                <a:gd name="p0x5" fmla="*/ 18 w 8397"/>
                <a:gd name="p0y5" fmla="*/ 25 h 45"/>
                <a:gd name="p0x6" fmla="*/ 18 w 8397"/>
                <a:gd name="p0y6" fmla="*/ 25 h 45"/>
                <a:gd name="p0x7" fmla="*/ 24 w 8397"/>
                <a:gd name="p0y7" fmla="*/ 28 h 45"/>
                <a:gd name="p0x8" fmla="*/ 30 w 8397"/>
                <a:gd name="p0y8" fmla="*/ 30 h 45"/>
                <a:gd name="p0x9" fmla="*/ 37 w 8397"/>
                <a:gd name="p0y9" fmla="*/ 30 h 45"/>
                <a:gd name="p0x10" fmla="*/ 8312 w 8397"/>
                <a:gd name="p0y10" fmla="*/ 30 h 45"/>
                <a:gd name="p0x11" fmla="*/ 8341 w 8397"/>
                <a:gd name="p0y11" fmla="*/ 30 h 45"/>
                <a:gd name="p0x12" fmla="*/ 8368 w 8397"/>
                <a:gd name="p0y12" fmla="*/ 19 h 45"/>
                <a:gd name="p0x13" fmla="*/ 8387 w 8397"/>
                <a:gd name="p0y13" fmla="*/ 0 h 45"/>
                <a:gd name="p0x14" fmla="*/ 8397 w 8397"/>
                <a:gd name="p0y14" fmla="*/ 10 h 45"/>
                <a:gd name="p0x15" fmla="*/ 8375 w 8397"/>
                <a:gd name="p0y15" fmla="*/ 32 h 45"/>
                <a:gd name="p0x16" fmla="*/ 8345 w 8397"/>
                <a:gd name="p0y16" fmla="*/ 45 h 45"/>
                <a:gd name="p0x17" fmla="*/ 8312 w 8397"/>
                <a:gd name="p0y17" fmla="*/ 45 h 4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0E8D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任意多边形 14"/>
            <p:cNvSpPr/>
            <p:nvPr>
              <p:custDataLst>
                <p:tags r:id="rId13"/>
              </p:custDataLst>
            </p:nvPr>
          </p:nvSpPr>
          <p:spPr>
            <a:xfrm>
              <a:off x="1035" y="4175"/>
              <a:ext cx="101" cy="1304"/>
            </a:xfrm>
            <a:custGeom>
              <a:avLst/>
              <a:gdLst>
                <a:gd name="sw" fmla="*/ 1 w 101"/>
                <a:gd name="sh" fmla="*/ 1 h 1303"/>
                <a:gd name="mins" fmla="min sw sh"/>
                <a:gd name="dsw" fmla="+- 0 sw mins"/>
                <a:gd name="dsh" fmla="+- 0 sh mins"/>
                <a:gd name="p0x0" fmla="*/ 0 w 101"/>
                <a:gd name="p0y0" fmla="*/ 1189 h 1303"/>
                <a:gd name="p0x1" fmla="*/ 0 w 101"/>
                <a:gd name="p0y1" fmla="*/ 114 h 1303"/>
                <a:gd name="p0x2" fmla="*/ 0 w 101"/>
                <a:gd name="p0y2" fmla="*/ 60 h 1303"/>
                <a:gd name="p0x3" fmla="*/ 34 w 101"/>
                <a:gd name="p0y3" fmla="*/ 15 h 1303"/>
                <a:gd name="p0x4" fmla="*/ 82 w 101"/>
                <a:gd name="p0y4" fmla="*/ 0 h 1303"/>
                <a:gd name="p0x5" fmla="*/ 101 w 101"/>
                <a:gd name="p0y5" fmla="*/ 14 h 1303"/>
                <a:gd name="p0x6" fmla="*/ 101 w 101"/>
                <a:gd name="p0y6" fmla="*/ 14 h 1303"/>
                <a:gd name="p0x7" fmla="*/ 77 w 101"/>
                <a:gd name="p0y7" fmla="*/ 27 h 1303"/>
                <a:gd name="p0x8" fmla="*/ 60 w 101"/>
                <a:gd name="p0y8" fmla="*/ 67 h 1303"/>
                <a:gd name="p0x9" fmla="*/ 60 w 101"/>
                <a:gd name="p0y9" fmla="*/ 114 h 1303"/>
                <a:gd name="p0x10" fmla="*/ 60 w 101"/>
                <a:gd name="p0y10" fmla="*/ 1189 h 1303"/>
                <a:gd name="p0x11" fmla="*/ 60 w 101"/>
                <a:gd name="p0y11" fmla="*/ 1235 h 1303"/>
                <a:gd name="p0x12" fmla="*/ 77 w 101"/>
                <a:gd name="p0y12" fmla="*/ 1275 h 1303"/>
                <a:gd name="p0x13" fmla="*/ 101 w 101"/>
                <a:gd name="p0y13" fmla="*/ 1288 h 1303"/>
                <a:gd name="p0x14" fmla="*/ 82 w 101"/>
                <a:gd name="p0y14" fmla="*/ 1303 h 1303"/>
                <a:gd name="p0x15" fmla="*/ 82 w 101"/>
                <a:gd name="p0y15" fmla="*/ 1303 h 1303"/>
                <a:gd name="p0x16" fmla="*/ 34 w 101"/>
                <a:gd name="p0y16" fmla="*/ 1287 h 1303"/>
                <a:gd name="p0x17" fmla="*/ 0 w 101"/>
                <a:gd name="p0y17" fmla="*/ 1242 h 1303"/>
                <a:gd name="p0x18" fmla="*/ 0 w 101"/>
                <a:gd name="p0y18" fmla="*/ 1189 h 130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rgbClr val="F5A62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7" name="任意多边形 16"/>
          <p:cNvSpPr/>
          <p:nvPr>
            <p:custDataLst>
              <p:tags r:id="rId14"/>
            </p:custDataLst>
          </p:nvPr>
        </p:nvSpPr>
        <p:spPr>
          <a:xfrm>
            <a:off x="847725" y="285559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30 w 660"/>
              <a:gd name="p0y0" fmla="*/ 0 h 660"/>
              <a:gd name="p0x1" fmla="*/ 512 w 660"/>
              <a:gd name="p0y1" fmla="*/ 0 h 660"/>
              <a:gd name="p0x2" fmla="*/ 660 w 660"/>
              <a:gd name="p0y2" fmla="*/ 147 h 660"/>
              <a:gd name="p0x3" fmla="*/ 660 w 660"/>
              <a:gd name="p0y3" fmla="*/ 330 h 660"/>
              <a:gd name="p0x4" fmla="*/ 660 w 660"/>
              <a:gd name="p0y4" fmla="*/ 512 h 660"/>
              <a:gd name="p0x5" fmla="*/ 512 w 660"/>
              <a:gd name="p0y5" fmla="*/ 660 h 660"/>
              <a:gd name="p0x6" fmla="*/ 330 w 660"/>
              <a:gd name="p0y6" fmla="*/ 660 h 660"/>
              <a:gd name="p0x7" fmla="*/ 147 w 660"/>
              <a:gd name="p0y7" fmla="*/ 660 h 660"/>
              <a:gd name="p0x8" fmla="*/ 0 w 660"/>
              <a:gd name="p0y8" fmla="*/ 512 h 660"/>
              <a:gd name="p0x9" fmla="*/ 0 w 660"/>
              <a:gd name="p0y9" fmla="*/ 330 h 660"/>
              <a:gd name="p0x10" fmla="*/ 0 w 660"/>
              <a:gd name="p0y10" fmla="*/ 147 h 660"/>
              <a:gd name="p0x11" fmla="*/ 147 w 660"/>
              <a:gd name="p0y11" fmla="*/ 0 h 660"/>
              <a:gd name="p0x12" fmla="*/ 330 w 660"/>
              <a:gd name="p0y12" fmla="*/ 0 h 66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DE8C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15"/>
            </p:custDataLst>
          </p:nvPr>
        </p:nvSpPr>
        <p:spPr>
          <a:xfrm>
            <a:off x="991867" y="2924918"/>
            <a:ext cx="340366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650" b="1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650" b="1">
              <a:solidFill>
                <a:srgbClr val="5A3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16"/>
            </p:custDataLst>
          </p:nvPr>
        </p:nvSpPr>
        <p:spPr>
          <a:xfrm>
            <a:off x="1419225" y="2746400"/>
            <a:ext cx="4191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不知道从哪里求助</a:t>
            </a:r>
            <a:endParaRPr sz="150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17"/>
            </p:custDataLst>
          </p:nvPr>
        </p:nvSpPr>
        <p:spPr>
          <a:xfrm>
            <a:off x="1419225" y="3051200"/>
            <a:ext cx="4572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</a:rPr>
              <a:t>信息分散，不清楚心理中心位置、电话和预约方式</a:t>
            </a:r>
            <a:endParaRPr sz="1500">
              <a:solidFill>
                <a:srgbClr val="6A5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6" name="组合 55"/>
          <p:cNvGrpSpPr/>
          <p:nvPr/>
        </p:nvGrpSpPr>
        <p:grpSpPr>
          <a:xfrm>
            <a:off x="657225" y="3634740"/>
            <a:ext cx="5407025" cy="834390"/>
            <a:chOff x="1035" y="5724"/>
            <a:chExt cx="8515" cy="1314"/>
          </a:xfrm>
          <a:effectLst>
            <a:outerShdw blurRad="42863" dist="9525" dir="5399999" algn="ctr" rotWithShape="0">
              <a:srgbClr val="5A3A0A">
                <a:alpha val="10196"/>
              </a:srgbClr>
            </a:outerShdw>
          </a:effectLst>
        </p:grpSpPr>
        <p:sp>
          <p:nvSpPr>
            <p:cNvPr id="21" name="任意多边形 20"/>
            <p:cNvSpPr/>
            <p:nvPr>
              <p:custDataLst>
                <p:tags r:id="rId18"/>
              </p:custDataLst>
            </p:nvPr>
          </p:nvSpPr>
          <p:spPr>
            <a:xfrm>
              <a:off x="1035" y="5724"/>
              <a:ext cx="8515" cy="1315"/>
            </a:xfrm>
            <a:custGeom>
              <a:avLst/>
              <a:gdLst>
                <a:gd name="sw" fmla="*/ 1 w 8515"/>
                <a:gd name="sh" fmla="*/ 1 h 1314"/>
                <a:gd name="mins" fmla="min sw sh"/>
                <a:gd name="dsw" fmla="+- 0 sw mins"/>
                <a:gd name="dsh" fmla="+- 0 sh mins"/>
                <a:gd name="p0x0" fmla="*/ 120 w 8515"/>
                <a:gd name="p0y0" fmla="*/ 0 h 1314"/>
                <a:gd name="p0x1" fmla="*/ 8395 w 8515"/>
                <a:gd name="p0y1" fmla="*/ 0 h 1314"/>
                <a:gd name="p0x2" fmla="*/ 8461 w 8515"/>
                <a:gd name="p0y2" fmla="*/ 0 h 1314"/>
                <a:gd name="p0x3" fmla="*/ 8515 w 8515"/>
                <a:gd name="p0y3" fmla="*/ 53 h 1314"/>
                <a:gd name="p0x4" fmla="*/ 8515 w 8515"/>
                <a:gd name="p0y4" fmla="*/ 120 h 1314"/>
                <a:gd name="p0x5" fmla="*/ 8515 w 8515"/>
                <a:gd name="p0y5" fmla="*/ 1194 h 1314"/>
                <a:gd name="p0x6" fmla="*/ 8515 w 8515"/>
                <a:gd name="p0y6" fmla="*/ 1261 h 1314"/>
                <a:gd name="p0x7" fmla="*/ 8461 w 8515"/>
                <a:gd name="p0y7" fmla="*/ 1314 h 1314"/>
                <a:gd name="p0x8" fmla="*/ 8395 w 8515"/>
                <a:gd name="p0y8" fmla="*/ 1314 h 1314"/>
                <a:gd name="p0x9" fmla="*/ 120 w 8515"/>
                <a:gd name="p0y9" fmla="*/ 1314 h 1314"/>
                <a:gd name="p0x10" fmla="*/ 53 w 8515"/>
                <a:gd name="p0y10" fmla="*/ 1314 h 1314"/>
                <a:gd name="p0x11" fmla="*/ 0 w 8515"/>
                <a:gd name="p0y11" fmla="*/ 1261 h 1314"/>
                <a:gd name="p0x12" fmla="*/ 0 w 8515"/>
                <a:gd name="p0y12" fmla="*/ 1194 h 1314"/>
                <a:gd name="p0x13" fmla="*/ 0 w 8515"/>
                <a:gd name="p0y13" fmla="*/ 120 h 1314"/>
                <a:gd name="p0x14" fmla="*/ 0 w 8515"/>
                <a:gd name="p0y14" fmla="*/ 53 h 1314"/>
                <a:gd name="p0x15" fmla="*/ 53 w 8515"/>
                <a:gd name="p0y15" fmla="*/ 0 h 1314"/>
                <a:gd name="p0x16" fmla="*/ 120 w 8515"/>
                <a:gd name="p0y16" fmla="*/ 0 h 131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2" name="任意多边形 21"/>
            <p:cNvSpPr/>
            <p:nvPr>
              <p:custDataLst>
                <p:tags r:id="rId19"/>
              </p:custDataLst>
            </p:nvPr>
          </p:nvSpPr>
          <p:spPr>
            <a:xfrm>
              <a:off x="1117" y="5724"/>
              <a:ext cx="8398" cy="46"/>
            </a:xfrm>
            <a:custGeom>
              <a:avLst/>
              <a:gdLst>
                <a:gd name="sw" fmla="*/ 1 w 8397"/>
                <a:gd name="sh" fmla="*/ 1 h 45"/>
                <a:gd name="mins" fmla="min sw sh"/>
                <a:gd name="dsw" fmla="+- 0 sw mins"/>
                <a:gd name="dsh" fmla="+- 0 sh mins"/>
                <a:gd name="p0x0" fmla="*/ 37 w 8397"/>
                <a:gd name="p0y0" fmla="*/ 0 h 45"/>
                <a:gd name="p0x1" fmla="*/ 8312 w 8397"/>
                <a:gd name="p0y1" fmla="*/ 0 h 45"/>
                <a:gd name="p0x2" fmla="*/ 8345 w 8397"/>
                <a:gd name="p0y2" fmla="*/ 0 h 45"/>
                <a:gd name="p0x3" fmla="*/ 8375 w 8397"/>
                <a:gd name="p0y3" fmla="*/ 13 h 45"/>
                <a:gd name="p0x4" fmla="*/ 8397 w 8397"/>
                <a:gd name="p0y4" fmla="*/ 35 h 45"/>
                <a:gd name="p0x5" fmla="*/ 8387 w 8397"/>
                <a:gd name="p0y5" fmla="*/ 45 h 45"/>
                <a:gd name="p0x6" fmla="*/ 8368 w 8397"/>
                <a:gd name="p0y6" fmla="*/ 26 h 45"/>
                <a:gd name="p0x7" fmla="*/ 8341 w 8397"/>
                <a:gd name="p0y7" fmla="*/ 15 h 45"/>
                <a:gd name="p0x8" fmla="*/ 8312 w 8397"/>
                <a:gd name="p0y8" fmla="*/ 15 h 45"/>
                <a:gd name="p0x9" fmla="*/ 37 w 8397"/>
                <a:gd name="p0y9" fmla="*/ 15 h 45"/>
                <a:gd name="p0x10" fmla="*/ 30 w 8397"/>
                <a:gd name="p0y10" fmla="*/ 15 h 45"/>
                <a:gd name="p0x11" fmla="*/ 24 w 8397"/>
                <a:gd name="p0y11" fmla="*/ 16 h 45"/>
                <a:gd name="p0x12" fmla="*/ 18 w 8397"/>
                <a:gd name="p0y12" fmla="*/ 20 h 45"/>
                <a:gd name="p0x13" fmla="*/ 0 w 8397"/>
                <a:gd name="p0y13" fmla="*/ 5 h 45"/>
                <a:gd name="p0x14" fmla="*/ 0 w 8397"/>
                <a:gd name="p0y14" fmla="*/ 5 h 45"/>
                <a:gd name="p0x15" fmla="*/ 11 w 8397"/>
                <a:gd name="p0y15" fmla="*/ 2 h 45"/>
                <a:gd name="p0x16" fmla="*/ 24 w 8397"/>
                <a:gd name="p0y16" fmla="*/ 0 h 45"/>
                <a:gd name="p0x17" fmla="*/ 37 w 8397"/>
                <a:gd name="p0y17" fmla="*/ 0 h 4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0E8D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3" name="任意多边形 22"/>
            <p:cNvSpPr/>
            <p:nvPr>
              <p:custDataLst>
                <p:tags r:id="rId20"/>
              </p:custDataLst>
            </p:nvPr>
          </p:nvSpPr>
          <p:spPr>
            <a:xfrm>
              <a:off x="9504" y="5760"/>
              <a:ext cx="46" cy="1244"/>
            </a:xfrm>
            <a:custGeom>
              <a:avLst/>
              <a:gdLst>
                <a:gd name="sw" fmla="*/ 1 w 45"/>
                <a:gd name="sh" fmla="*/ 1 h 1244"/>
                <a:gd name="mins" fmla="min sw sh"/>
                <a:gd name="dsw" fmla="+- 0 sw mins"/>
                <a:gd name="dsh" fmla="+- 0 sh mins"/>
                <a:gd name="p0x0" fmla="*/ 45 w 45"/>
                <a:gd name="p0y0" fmla="*/ 84 h 1244"/>
                <a:gd name="p0x1" fmla="*/ 45 w 45"/>
                <a:gd name="p0y1" fmla="*/ 1159 h 1244"/>
                <a:gd name="p0x2" fmla="*/ 45 w 45"/>
                <a:gd name="p0y2" fmla="*/ 1192 h 1244"/>
                <a:gd name="p0x3" fmla="*/ 32 w 45"/>
                <a:gd name="p0y3" fmla="*/ 1222 h 1244"/>
                <a:gd name="p0x4" fmla="*/ 10 w 45"/>
                <a:gd name="p0y4" fmla="*/ 1244 h 1244"/>
                <a:gd name="p0x5" fmla="*/ 0 w 45"/>
                <a:gd name="p0y5" fmla="*/ 1234 h 1244"/>
                <a:gd name="p0x6" fmla="*/ 19 w 45"/>
                <a:gd name="p0y6" fmla="*/ 1215 h 1244"/>
                <a:gd name="p0x7" fmla="*/ 30 w 45"/>
                <a:gd name="p0y7" fmla="*/ 1188 h 1244"/>
                <a:gd name="p0x8" fmla="*/ 30 w 45"/>
                <a:gd name="p0y8" fmla="*/ 1159 h 1244"/>
                <a:gd name="p0x9" fmla="*/ 30 w 45"/>
                <a:gd name="p0y9" fmla="*/ 84 h 1244"/>
                <a:gd name="p0x10" fmla="*/ 30 w 45"/>
                <a:gd name="p0y10" fmla="*/ 55 h 1244"/>
                <a:gd name="p0x11" fmla="*/ 19 w 45"/>
                <a:gd name="p0y11" fmla="*/ 29 h 1244"/>
                <a:gd name="p0x12" fmla="*/ 0 w 45"/>
                <a:gd name="p0y12" fmla="*/ 10 h 1244"/>
                <a:gd name="p0x13" fmla="*/ 10 w 45"/>
                <a:gd name="p0y13" fmla="*/ 0 h 1244"/>
                <a:gd name="p0x14" fmla="*/ 32 w 45"/>
                <a:gd name="p0y14" fmla="*/ 21 h 1244"/>
                <a:gd name="p0x15" fmla="*/ 45 w 45"/>
                <a:gd name="p0y15" fmla="*/ 51 h 1244"/>
                <a:gd name="p0x16" fmla="*/ 45 w 45"/>
                <a:gd name="p0y16" fmla="*/ 84 h 124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0E8D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" name="任意多边形 23"/>
            <p:cNvSpPr/>
            <p:nvPr>
              <p:custDataLst>
                <p:tags r:id="rId21"/>
              </p:custDataLst>
            </p:nvPr>
          </p:nvSpPr>
          <p:spPr>
            <a:xfrm>
              <a:off x="1117" y="6994"/>
              <a:ext cx="8398" cy="45"/>
            </a:xfrm>
            <a:custGeom>
              <a:avLst/>
              <a:gdLst>
                <a:gd name="sw" fmla="*/ 1 w 8397"/>
                <a:gd name="sh" fmla="*/ 1 h 45"/>
                <a:gd name="mins" fmla="min sw sh"/>
                <a:gd name="dsw" fmla="+- 0 sw mins"/>
                <a:gd name="dsh" fmla="+- 0 sh mins"/>
                <a:gd name="p0x0" fmla="*/ 8312 w 8397"/>
                <a:gd name="p0y0" fmla="*/ 45 h 45"/>
                <a:gd name="p0x1" fmla="*/ 37 w 8397"/>
                <a:gd name="p0y1" fmla="*/ 45 h 45"/>
                <a:gd name="p0x2" fmla="*/ 24 w 8397"/>
                <a:gd name="p0y2" fmla="*/ 45 h 45"/>
                <a:gd name="p0x3" fmla="*/ 11 w 8397"/>
                <a:gd name="p0y3" fmla="*/ 43 h 45"/>
                <a:gd name="p0x4" fmla="*/ 0 w 8397"/>
                <a:gd name="p0y4" fmla="*/ 39 h 45"/>
                <a:gd name="p0x5" fmla="*/ 18 w 8397"/>
                <a:gd name="p0y5" fmla="*/ 25 h 45"/>
                <a:gd name="p0x6" fmla="*/ 18 w 8397"/>
                <a:gd name="p0y6" fmla="*/ 25 h 45"/>
                <a:gd name="p0x7" fmla="*/ 24 w 8397"/>
                <a:gd name="p0y7" fmla="*/ 28 h 45"/>
                <a:gd name="p0x8" fmla="*/ 30 w 8397"/>
                <a:gd name="p0y8" fmla="*/ 30 h 45"/>
                <a:gd name="p0x9" fmla="*/ 37 w 8397"/>
                <a:gd name="p0y9" fmla="*/ 30 h 45"/>
                <a:gd name="p0x10" fmla="*/ 8312 w 8397"/>
                <a:gd name="p0y10" fmla="*/ 30 h 45"/>
                <a:gd name="p0x11" fmla="*/ 8341 w 8397"/>
                <a:gd name="p0y11" fmla="*/ 30 h 45"/>
                <a:gd name="p0x12" fmla="*/ 8368 w 8397"/>
                <a:gd name="p0y12" fmla="*/ 19 h 45"/>
                <a:gd name="p0x13" fmla="*/ 8387 w 8397"/>
                <a:gd name="p0y13" fmla="*/ 0 h 45"/>
                <a:gd name="p0x14" fmla="*/ 8397 w 8397"/>
                <a:gd name="p0y14" fmla="*/ 10 h 45"/>
                <a:gd name="p0x15" fmla="*/ 8375 w 8397"/>
                <a:gd name="p0y15" fmla="*/ 32 h 45"/>
                <a:gd name="p0x16" fmla="*/ 8345 w 8397"/>
                <a:gd name="p0y16" fmla="*/ 45 h 45"/>
                <a:gd name="p0x17" fmla="*/ 8312 w 8397"/>
                <a:gd name="p0y17" fmla="*/ 45 h 4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0E8D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" name="任意多边形 24"/>
            <p:cNvSpPr/>
            <p:nvPr>
              <p:custDataLst>
                <p:tags r:id="rId22"/>
              </p:custDataLst>
            </p:nvPr>
          </p:nvSpPr>
          <p:spPr>
            <a:xfrm>
              <a:off x="1035" y="5730"/>
              <a:ext cx="101" cy="1304"/>
            </a:xfrm>
            <a:custGeom>
              <a:avLst/>
              <a:gdLst>
                <a:gd name="sw" fmla="*/ 1 w 101"/>
                <a:gd name="sh" fmla="*/ 1 h 1303"/>
                <a:gd name="mins" fmla="min sw sh"/>
                <a:gd name="dsw" fmla="+- 0 sw mins"/>
                <a:gd name="dsh" fmla="+- 0 sh mins"/>
                <a:gd name="p0x0" fmla="*/ 0 w 101"/>
                <a:gd name="p0y0" fmla="*/ 1189 h 1303"/>
                <a:gd name="p0x1" fmla="*/ 0 w 101"/>
                <a:gd name="p0y1" fmla="*/ 114 h 1303"/>
                <a:gd name="p0x2" fmla="*/ 0 w 101"/>
                <a:gd name="p0y2" fmla="*/ 60 h 1303"/>
                <a:gd name="p0x3" fmla="*/ 34 w 101"/>
                <a:gd name="p0y3" fmla="*/ 15 h 1303"/>
                <a:gd name="p0x4" fmla="*/ 82 w 101"/>
                <a:gd name="p0y4" fmla="*/ 0 h 1303"/>
                <a:gd name="p0x5" fmla="*/ 101 w 101"/>
                <a:gd name="p0y5" fmla="*/ 14 h 1303"/>
                <a:gd name="p0x6" fmla="*/ 101 w 101"/>
                <a:gd name="p0y6" fmla="*/ 14 h 1303"/>
                <a:gd name="p0x7" fmla="*/ 77 w 101"/>
                <a:gd name="p0y7" fmla="*/ 27 h 1303"/>
                <a:gd name="p0x8" fmla="*/ 60 w 101"/>
                <a:gd name="p0y8" fmla="*/ 67 h 1303"/>
                <a:gd name="p0x9" fmla="*/ 60 w 101"/>
                <a:gd name="p0y9" fmla="*/ 114 h 1303"/>
                <a:gd name="p0x10" fmla="*/ 60 w 101"/>
                <a:gd name="p0y10" fmla="*/ 1189 h 1303"/>
                <a:gd name="p0x11" fmla="*/ 60 w 101"/>
                <a:gd name="p0y11" fmla="*/ 1235 h 1303"/>
                <a:gd name="p0x12" fmla="*/ 77 w 101"/>
                <a:gd name="p0y12" fmla="*/ 1275 h 1303"/>
                <a:gd name="p0x13" fmla="*/ 101 w 101"/>
                <a:gd name="p0y13" fmla="*/ 1288 h 1303"/>
                <a:gd name="p0x14" fmla="*/ 82 w 101"/>
                <a:gd name="p0y14" fmla="*/ 1303 h 1303"/>
                <a:gd name="p0x15" fmla="*/ 82 w 101"/>
                <a:gd name="p0y15" fmla="*/ 1303 h 1303"/>
                <a:gd name="p0x16" fmla="*/ 34 w 101"/>
                <a:gd name="p0y16" fmla="*/ 1287 h 1303"/>
                <a:gd name="p0x17" fmla="*/ 0 w 101"/>
                <a:gd name="p0y17" fmla="*/ 1242 h 1303"/>
                <a:gd name="p0x18" fmla="*/ 0 w 101"/>
                <a:gd name="p0y18" fmla="*/ 1189 h 130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rgbClr val="E68A7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7" name="任意多边形 26"/>
          <p:cNvSpPr/>
          <p:nvPr>
            <p:custDataLst>
              <p:tags r:id="rId23"/>
            </p:custDataLst>
          </p:nvPr>
        </p:nvSpPr>
        <p:spPr>
          <a:xfrm>
            <a:off x="847725" y="384302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30 w 660"/>
              <a:gd name="p0y0" fmla="*/ 0 h 660"/>
              <a:gd name="p0x1" fmla="*/ 512 w 660"/>
              <a:gd name="p0y1" fmla="*/ 0 h 660"/>
              <a:gd name="p0x2" fmla="*/ 660 w 660"/>
              <a:gd name="p0y2" fmla="*/ 147 h 660"/>
              <a:gd name="p0x3" fmla="*/ 660 w 660"/>
              <a:gd name="p0y3" fmla="*/ 330 h 660"/>
              <a:gd name="p0x4" fmla="*/ 660 w 660"/>
              <a:gd name="p0y4" fmla="*/ 512 h 660"/>
              <a:gd name="p0x5" fmla="*/ 512 w 660"/>
              <a:gd name="p0y5" fmla="*/ 660 h 660"/>
              <a:gd name="p0x6" fmla="*/ 330 w 660"/>
              <a:gd name="p0y6" fmla="*/ 660 h 660"/>
              <a:gd name="p0x7" fmla="*/ 147 w 660"/>
              <a:gd name="p0y7" fmla="*/ 660 h 660"/>
              <a:gd name="p0x8" fmla="*/ 0 w 660"/>
              <a:gd name="p0y8" fmla="*/ 512 h 660"/>
              <a:gd name="p0x9" fmla="*/ 0 w 660"/>
              <a:gd name="p0y9" fmla="*/ 330 h 660"/>
              <a:gd name="p0x10" fmla="*/ 0 w 660"/>
              <a:gd name="p0y10" fmla="*/ 147 h 660"/>
              <a:gd name="p0x11" fmla="*/ 147 w 660"/>
              <a:gd name="p0y11" fmla="*/ 0 h 660"/>
              <a:gd name="p0x12" fmla="*/ 330 w 660"/>
              <a:gd name="p0y12" fmla="*/ 0 h 66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DE8C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>
            <p:custDataLst>
              <p:tags r:id="rId24"/>
            </p:custDataLst>
          </p:nvPr>
        </p:nvSpPr>
        <p:spPr>
          <a:xfrm>
            <a:off x="991867" y="3912317"/>
            <a:ext cx="340366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650" b="1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650" b="1">
              <a:solidFill>
                <a:srgbClr val="5A3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25"/>
            </p:custDataLst>
          </p:nvPr>
        </p:nvSpPr>
        <p:spPr>
          <a:xfrm>
            <a:off x="1419225" y="3733800"/>
            <a:ext cx="3810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表达成本与心理顾虑</a:t>
            </a:r>
            <a:endParaRPr sz="150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26"/>
            </p:custDataLst>
          </p:nvPr>
        </p:nvSpPr>
        <p:spPr>
          <a:xfrm>
            <a:off x="1419225" y="4038600"/>
            <a:ext cx="4000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</a:rPr>
              <a:t>需要低压力入口，先整理感受再决定是否求助</a:t>
            </a:r>
            <a:endParaRPr sz="1500">
              <a:solidFill>
                <a:srgbClr val="6A5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7" name="组合 56"/>
          <p:cNvGrpSpPr/>
          <p:nvPr/>
        </p:nvGrpSpPr>
        <p:grpSpPr>
          <a:xfrm>
            <a:off x="657225" y="4622165"/>
            <a:ext cx="5407025" cy="834390"/>
            <a:chOff x="1035" y="7279"/>
            <a:chExt cx="8515" cy="1314"/>
          </a:xfrm>
          <a:effectLst>
            <a:outerShdw blurRad="42863" dist="9525" dir="5399999" algn="ctr" rotWithShape="0">
              <a:srgbClr val="5A3A0A">
                <a:alpha val="10196"/>
              </a:srgbClr>
            </a:outerShdw>
          </a:effectLst>
        </p:grpSpPr>
        <p:sp>
          <p:nvSpPr>
            <p:cNvPr id="31" name="任意多边形 30"/>
            <p:cNvSpPr/>
            <p:nvPr>
              <p:custDataLst>
                <p:tags r:id="rId27"/>
              </p:custDataLst>
            </p:nvPr>
          </p:nvSpPr>
          <p:spPr>
            <a:xfrm>
              <a:off x="1035" y="7279"/>
              <a:ext cx="8515" cy="1315"/>
            </a:xfrm>
            <a:custGeom>
              <a:avLst/>
              <a:gdLst>
                <a:gd name="sw" fmla="*/ 1 w 8515"/>
                <a:gd name="sh" fmla="*/ 1 h 1314"/>
                <a:gd name="mins" fmla="min sw sh"/>
                <a:gd name="dsw" fmla="+- 0 sw mins"/>
                <a:gd name="dsh" fmla="+- 0 sh mins"/>
                <a:gd name="p0x0" fmla="*/ 120 w 8515"/>
                <a:gd name="p0y0" fmla="*/ 0 h 1314"/>
                <a:gd name="p0x1" fmla="*/ 8395 w 8515"/>
                <a:gd name="p0y1" fmla="*/ 0 h 1314"/>
                <a:gd name="p0x2" fmla="*/ 8461 w 8515"/>
                <a:gd name="p0y2" fmla="*/ 0 h 1314"/>
                <a:gd name="p0x3" fmla="*/ 8515 w 8515"/>
                <a:gd name="p0y3" fmla="*/ 53 h 1314"/>
                <a:gd name="p0x4" fmla="*/ 8515 w 8515"/>
                <a:gd name="p0y4" fmla="*/ 120 h 1314"/>
                <a:gd name="p0x5" fmla="*/ 8515 w 8515"/>
                <a:gd name="p0y5" fmla="*/ 1194 h 1314"/>
                <a:gd name="p0x6" fmla="*/ 8515 w 8515"/>
                <a:gd name="p0y6" fmla="*/ 1261 h 1314"/>
                <a:gd name="p0x7" fmla="*/ 8461 w 8515"/>
                <a:gd name="p0y7" fmla="*/ 1314 h 1314"/>
                <a:gd name="p0x8" fmla="*/ 8395 w 8515"/>
                <a:gd name="p0y8" fmla="*/ 1314 h 1314"/>
                <a:gd name="p0x9" fmla="*/ 120 w 8515"/>
                <a:gd name="p0y9" fmla="*/ 1314 h 1314"/>
                <a:gd name="p0x10" fmla="*/ 53 w 8515"/>
                <a:gd name="p0y10" fmla="*/ 1314 h 1314"/>
                <a:gd name="p0x11" fmla="*/ 0 w 8515"/>
                <a:gd name="p0y11" fmla="*/ 1261 h 1314"/>
                <a:gd name="p0x12" fmla="*/ 0 w 8515"/>
                <a:gd name="p0y12" fmla="*/ 1194 h 1314"/>
                <a:gd name="p0x13" fmla="*/ 0 w 8515"/>
                <a:gd name="p0y13" fmla="*/ 120 h 1314"/>
                <a:gd name="p0x14" fmla="*/ 0 w 8515"/>
                <a:gd name="p0y14" fmla="*/ 53 h 1314"/>
                <a:gd name="p0x15" fmla="*/ 53 w 8515"/>
                <a:gd name="p0y15" fmla="*/ 0 h 1314"/>
                <a:gd name="p0x16" fmla="*/ 120 w 8515"/>
                <a:gd name="p0y16" fmla="*/ 0 h 131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2" name="任意多边形 31"/>
            <p:cNvSpPr/>
            <p:nvPr>
              <p:custDataLst>
                <p:tags r:id="rId28"/>
              </p:custDataLst>
            </p:nvPr>
          </p:nvSpPr>
          <p:spPr>
            <a:xfrm>
              <a:off x="1117" y="7279"/>
              <a:ext cx="8398" cy="46"/>
            </a:xfrm>
            <a:custGeom>
              <a:avLst/>
              <a:gdLst>
                <a:gd name="sw" fmla="*/ 1 w 8397"/>
                <a:gd name="sh" fmla="*/ 1 h 45"/>
                <a:gd name="mins" fmla="min sw sh"/>
                <a:gd name="dsw" fmla="+- 0 sw mins"/>
                <a:gd name="dsh" fmla="+- 0 sh mins"/>
                <a:gd name="p0x0" fmla="*/ 37 w 8397"/>
                <a:gd name="p0y0" fmla="*/ 0 h 45"/>
                <a:gd name="p0x1" fmla="*/ 8312 w 8397"/>
                <a:gd name="p0y1" fmla="*/ 0 h 45"/>
                <a:gd name="p0x2" fmla="*/ 8345 w 8397"/>
                <a:gd name="p0y2" fmla="*/ 0 h 45"/>
                <a:gd name="p0x3" fmla="*/ 8375 w 8397"/>
                <a:gd name="p0y3" fmla="*/ 13 h 45"/>
                <a:gd name="p0x4" fmla="*/ 8397 w 8397"/>
                <a:gd name="p0y4" fmla="*/ 35 h 45"/>
                <a:gd name="p0x5" fmla="*/ 8387 w 8397"/>
                <a:gd name="p0y5" fmla="*/ 45 h 45"/>
                <a:gd name="p0x6" fmla="*/ 8368 w 8397"/>
                <a:gd name="p0y6" fmla="*/ 26 h 45"/>
                <a:gd name="p0x7" fmla="*/ 8341 w 8397"/>
                <a:gd name="p0y7" fmla="*/ 15 h 45"/>
                <a:gd name="p0x8" fmla="*/ 8312 w 8397"/>
                <a:gd name="p0y8" fmla="*/ 15 h 45"/>
                <a:gd name="p0x9" fmla="*/ 37 w 8397"/>
                <a:gd name="p0y9" fmla="*/ 15 h 45"/>
                <a:gd name="p0x10" fmla="*/ 30 w 8397"/>
                <a:gd name="p0y10" fmla="*/ 15 h 45"/>
                <a:gd name="p0x11" fmla="*/ 24 w 8397"/>
                <a:gd name="p0y11" fmla="*/ 16 h 45"/>
                <a:gd name="p0x12" fmla="*/ 18 w 8397"/>
                <a:gd name="p0y12" fmla="*/ 20 h 45"/>
                <a:gd name="p0x13" fmla="*/ 0 w 8397"/>
                <a:gd name="p0y13" fmla="*/ 5 h 45"/>
                <a:gd name="p0x14" fmla="*/ 0 w 8397"/>
                <a:gd name="p0y14" fmla="*/ 5 h 45"/>
                <a:gd name="p0x15" fmla="*/ 11 w 8397"/>
                <a:gd name="p0y15" fmla="*/ 2 h 45"/>
                <a:gd name="p0x16" fmla="*/ 24 w 8397"/>
                <a:gd name="p0y16" fmla="*/ 0 h 45"/>
                <a:gd name="p0x17" fmla="*/ 37 w 8397"/>
                <a:gd name="p0y17" fmla="*/ 0 h 4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0E8D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3" name="任意多边形 32"/>
            <p:cNvSpPr/>
            <p:nvPr>
              <p:custDataLst>
                <p:tags r:id="rId29"/>
              </p:custDataLst>
            </p:nvPr>
          </p:nvSpPr>
          <p:spPr>
            <a:xfrm>
              <a:off x="9504" y="7315"/>
              <a:ext cx="46" cy="1244"/>
            </a:xfrm>
            <a:custGeom>
              <a:avLst/>
              <a:gdLst>
                <a:gd name="sw" fmla="*/ 1 w 45"/>
                <a:gd name="sh" fmla="*/ 1 h 1244"/>
                <a:gd name="mins" fmla="min sw sh"/>
                <a:gd name="dsw" fmla="+- 0 sw mins"/>
                <a:gd name="dsh" fmla="+- 0 sh mins"/>
                <a:gd name="p0x0" fmla="*/ 45 w 45"/>
                <a:gd name="p0y0" fmla="*/ 84 h 1244"/>
                <a:gd name="p0x1" fmla="*/ 45 w 45"/>
                <a:gd name="p0y1" fmla="*/ 1159 h 1244"/>
                <a:gd name="p0x2" fmla="*/ 45 w 45"/>
                <a:gd name="p0y2" fmla="*/ 1192 h 1244"/>
                <a:gd name="p0x3" fmla="*/ 32 w 45"/>
                <a:gd name="p0y3" fmla="*/ 1222 h 1244"/>
                <a:gd name="p0x4" fmla="*/ 10 w 45"/>
                <a:gd name="p0y4" fmla="*/ 1244 h 1244"/>
                <a:gd name="p0x5" fmla="*/ 0 w 45"/>
                <a:gd name="p0y5" fmla="*/ 1234 h 1244"/>
                <a:gd name="p0x6" fmla="*/ 19 w 45"/>
                <a:gd name="p0y6" fmla="*/ 1215 h 1244"/>
                <a:gd name="p0x7" fmla="*/ 30 w 45"/>
                <a:gd name="p0y7" fmla="*/ 1188 h 1244"/>
                <a:gd name="p0x8" fmla="*/ 30 w 45"/>
                <a:gd name="p0y8" fmla="*/ 1159 h 1244"/>
                <a:gd name="p0x9" fmla="*/ 30 w 45"/>
                <a:gd name="p0y9" fmla="*/ 84 h 1244"/>
                <a:gd name="p0x10" fmla="*/ 30 w 45"/>
                <a:gd name="p0y10" fmla="*/ 55 h 1244"/>
                <a:gd name="p0x11" fmla="*/ 19 w 45"/>
                <a:gd name="p0y11" fmla="*/ 29 h 1244"/>
                <a:gd name="p0x12" fmla="*/ 0 w 45"/>
                <a:gd name="p0y12" fmla="*/ 10 h 1244"/>
                <a:gd name="p0x13" fmla="*/ 10 w 45"/>
                <a:gd name="p0y13" fmla="*/ 0 h 1244"/>
                <a:gd name="p0x14" fmla="*/ 32 w 45"/>
                <a:gd name="p0y14" fmla="*/ 21 h 1244"/>
                <a:gd name="p0x15" fmla="*/ 45 w 45"/>
                <a:gd name="p0y15" fmla="*/ 51 h 1244"/>
                <a:gd name="p0x16" fmla="*/ 45 w 45"/>
                <a:gd name="p0y16" fmla="*/ 84 h 124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0E8D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4" name="任意多边形 33"/>
            <p:cNvSpPr/>
            <p:nvPr>
              <p:custDataLst>
                <p:tags r:id="rId30"/>
              </p:custDataLst>
            </p:nvPr>
          </p:nvSpPr>
          <p:spPr>
            <a:xfrm>
              <a:off x="1117" y="8549"/>
              <a:ext cx="8398" cy="45"/>
            </a:xfrm>
            <a:custGeom>
              <a:avLst/>
              <a:gdLst>
                <a:gd name="sw" fmla="*/ 1 w 8397"/>
                <a:gd name="sh" fmla="*/ 1 h 45"/>
                <a:gd name="mins" fmla="min sw sh"/>
                <a:gd name="dsw" fmla="+- 0 sw mins"/>
                <a:gd name="dsh" fmla="+- 0 sh mins"/>
                <a:gd name="p0x0" fmla="*/ 8312 w 8397"/>
                <a:gd name="p0y0" fmla="*/ 45 h 45"/>
                <a:gd name="p0x1" fmla="*/ 37 w 8397"/>
                <a:gd name="p0y1" fmla="*/ 45 h 45"/>
                <a:gd name="p0x2" fmla="*/ 24 w 8397"/>
                <a:gd name="p0y2" fmla="*/ 45 h 45"/>
                <a:gd name="p0x3" fmla="*/ 11 w 8397"/>
                <a:gd name="p0y3" fmla="*/ 43 h 45"/>
                <a:gd name="p0x4" fmla="*/ 0 w 8397"/>
                <a:gd name="p0y4" fmla="*/ 39 h 45"/>
                <a:gd name="p0x5" fmla="*/ 18 w 8397"/>
                <a:gd name="p0y5" fmla="*/ 25 h 45"/>
                <a:gd name="p0x6" fmla="*/ 18 w 8397"/>
                <a:gd name="p0y6" fmla="*/ 25 h 45"/>
                <a:gd name="p0x7" fmla="*/ 24 w 8397"/>
                <a:gd name="p0y7" fmla="*/ 28 h 45"/>
                <a:gd name="p0x8" fmla="*/ 30 w 8397"/>
                <a:gd name="p0y8" fmla="*/ 30 h 45"/>
                <a:gd name="p0x9" fmla="*/ 37 w 8397"/>
                <a:gd name="p0y9" fmla="*/ 30 h 45"/>
                <a:gd name="p0x10" fmla="*/ 8312 w 8397"/>
                <a:gd name="p0y10" fmla="*/ 30 h 45"/>
                <a:gd name="p0x11" fmla="*/ 8341 w 8397"/>
                <a:gd name="p0y11" fmla="*/ 30 h 45"/>
                <a:gd name="p0x12" fmla="*/ 8368 w 8397"/>
                <a:gd name="p0y12" fmla="*/ 19 h 45"/>
                <a:gd name="p0x13" fmla="*/ 8387 w 8397"/>
                <a:gd name="p0y13" fmla="*/ 0 h 45"/>
                <a:gd name="p0x14" fmla="*/ 8397 w 8397"/>
                <a:gd name="p0y14" fmla="*/ 10 h 45"/>
                <a:gd name="p0x15" fmla="*/ 8375 w 8397"/>
                <a:gd name="p0y15" fmla="*/ 32 h 45"/>
                <a:gd name="p0x16" fmla="*/ 8345 w 8397"/>
                <a:gd name="p0y16" fmla="*/ 45 h 45"/>
                <a:gd name="p0x17" fmla="*/ 8312 w 8397"/>
                <a:gd name="p0y17" fmla="*/ 45 h 4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0E8D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5" name="任意多边形 34"/>
            <p:cNvSpPr/>
            <p:nvPr>
              <p:custDataLst>
                <p:tags r:id="rId31"/>
              </p:custDataLst>
            </p:nvPr>
          </p:nvSpPr>
          <p:spPr>
            <a:xfrm>
              <a:off x="1035" y="7285"/>
              <a:ext cx="101" cy="1304"/>
            </a:xfrm>
            <a:custGeom>
              <a:avLst/>
              <a:gdLst>
                <a:gd name="sw" fmla="*/ 1 w 101"/>
                <a:gd name="sh" fmla="*/ 1 h 1303"/>
                <a:gd name="mins" fmla="min sw sh"/>
                <a:gd name="dsw" fmla="+- 0 sw mins"/>
                <a:gd name="dsh" fmla="+- 0 sh mins"/>
                <a:gd name="p0x0" fmla="*/ 0 w 101"/>
                <a:gd name="p0y0" fmla="*/ 1189 h 1303"/>
                <a:gd name="p0x1" fmla="*/ 0 w 101"/>
                <a:gd name="p0y1" fmla="*/ 114 h 1303"/>
                <a:gd name="p0x2" fmla="*/ 0 w 101"/>
                <a:gd name="p0y2" fmla="*/ 60 h 1303"/>
                <a:gd name="p0x3" fmla="*/ 34 w 101"/>
                <a:gd name="p0y3" fmla="*/ 15 h 1303"/>
                <a:gd name="p0x4" fmla="*/ 82 w 101"/>
                <a:gd name="p0y4" fmla="*/ 0 h 1303"/>
                <a:gd name="p0x5" fmla="*/ 101 w 101"/>
                <a:gd name="p0y5" fmla="*/ 14 h 1303"/>
                <a:gd name="p0x6" fmla="*/ 101 w 101"/>
                <a:gd name="p0y6" fmla="*/ 14 h 1303"/>
                <a:gd name="p0x7" fmla="*/ 77 w 101"/>
                <a:gd name="p0y7" fmla="*/ 27 h 1303"/>
                <a:gd name="p0x8" fmla="*/ 60 w 101"/>
                <a:gd name="p0y8" fmla="*/ 67 h 1303"/>
                <a:gd name="p0x9" fmla="*/ 60 w 101"/>
                <a:gd name="p0y9" fmla="*/ 114 h 1303"/>
                <a:gd name="p0x10" fmla="*/ 60 w 101"/>
                <a:gd name="p0y10" fmla="*/ 1189 h 1303"/>
                <a:gd name="p0x11" fmla="*/ 60 w 101"/>
                <a:gd name="p0y11" fmla="*/ 1235 h 1303"/>
                <a:gd name="p0x12" fmla="*/ 77 w 101"/>
                <a:gd name="p0y12" fmla="*/ 1275 h 1303"/>
                <a:gd name="p0x13" fmla="*/ 101 w 101"/>
                <a:gd name="p0y13" fmla="*/ 1288 h 1303"/>
                <a:gd name="p0x14" fmla="*/ 82 w 101"/>
                <a:gd name="p0y14" fmla="*/ 1303 h 1303"/>
                <a:gd name="p0x15" fmla="*/ 82 w 101"/>
                <a:gd name="p0y15" fmla="*/ 1303 h 1303"/>
                <a:gd name="p0x16" fmla="*/ 34 w 101"/>
                <a:gd name="p0y16" fmla="*/ 1287 h 1303"/>
                <a:gd name="p0x17" fmla="*/ 0 w 101"/>
                <a:gd name="p0y17" fmla="*/ 1242 h 1303"/>
                <a:gd name="p0x18" fmla="*/ 0 w 101"/>
                <a:gd name="p0y18" fmla="*/ 1189 h 130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rgbClr val="A7D9F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7" name="任意多边形 36"/>
          <p:cNvSpPr/>
          <p:nvPr>
            <p:custDataLst>
              <p:tags r:id="rId32"/>
            </p:custDataLst>
          </p:nvPr>
        </p:nvSpPr>
        <p:spPr>
          <a:xfrm>
            <a:off x="847725" y="483044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30 w 660"/>
              <a:gd name="p0y0" fmla="*/ 0 h 660"/>
              <a:gd name="p0x1" fmla="*/ 512 w 660"/>
              <a:gd name="p0y1" fmla="*/ 0 h 660"/>
              <a:gd name="p0x2" fmla="*/ 660 w 660"/>
              <a:gd name="p0y2" fmla="*/ 147 h 660"/>
              <a:gd name="p0x3" fmla="*/ 660 w 660"/>
              <a:gd name="p0y3" fmla="*/ 330 h 660"/>
              <a:gd name="p0x4" fmla="*/ 660 w 660"/>
              <a:gd name="p0y4" fmla="*/ 512 h 660"/>
              <a:gd name="p0x5" fmla="*/ 512 w 660"/>
              <a:gd name="p0y5" fmla="*/ 660 h 660"/>
              <a:gd name="p0x6" fmla="*/ 330 w 660"/>
              <a:gd name="p0y6" fmla="*/ 660 h 660"/>
              <a:gd name="p0x7" fmla="*/ 147 w 660"/>
              <a:gd name="p0y7" fmla="*/ 660 h 660"/>
              <a:gd name="p0x8" fmla="*/ 0 w 660"/>
              <a:gd name="p0y8" fmla="*/ 512 h 660"/>
              <a:gd name="p0x9" fmla="*/ 0 w 660"/>
              <a:gd name="p0y9" fmla="*/ 330 h 660"/>
              <a:gd name="p0x10" fmla="*/ 0 w 660"/>
              <a:gd name="p0y10" fmla="*/ 147 h 660"/>
              <a:gd name="p0x11" fmla="*/ 147 w 660"/>
              <a:gd name="p0y11" fmla="*/ 0 h 660"/>
              <a:gd name="p0x12" fmla="*/ 330 w 660"/>
              <a:gd name="p0y12" fmla="*/ 0 h 66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DE8C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>
            <p:custDataLst>
              <p:tags r:id="rId33"/>
            </p:custDataLst>
          </p:nvPr>
        </p:nvSpPr>
        <p:spPr>
          <a:xfrm>
            <a:off x="991867" y="4899717"/>
            <a:ext cx="340366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650" b="1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650" b="1">
              <a:solidFill>
                <a:srgbClr val="5A3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文本框 38"/>
          <p:cNvSpPr txBox="1"/>
          <p:nvPr>
            <p:custDataLst>
              <p:tags r:id="rId34"/>
            </p:custDataLst>
          </p:nvPr>
        </p:nvSpPr>
        <p:spPr>
          <a:xfrm>
            <a:off x="1419225" y="4721199"/>
            <a:ext cx="4000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普通聊天缺少业务闭环</a:t>
            </a:r>
            <a:endParaRPr sz="150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>
            <p:custDataLst>
              <p:tags r:id="rId35"/>
            </p:custDataLst>
          </p:nvPr>
        </p:nvSpPr>
        <p:spPr>
          <a:xfrm>
            <a:off x="1419225" y="5025999"/>
            <a:ext cx="4381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</a:rPr>
              <a:t>难以完成筛查、服务查询、老师匹配和危机转介</a:t>
            </a:r>
            <a:endParaRPr sz="1500">
              <a:solidFill>
                <a:srgbClr val="6A5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任意多边形 40"/>
          <p:cNvSpPr/>
          <p:nvPr>
            <p:custDataLst>
              <p:tags r:id="rId36"/>
            </p:custDataLst>
          </p:nvPr>
        </p:nvSpPr>
        <p:spPr>
          <a:xfrm>
            <a:off x="6459855" y="1947545"/>
            <a:ext cx="5269865" cy="1752600"/>
          </a:xfrm>
          <a:custGeom>
            <a:avLst/>
            <a:gdLst>
              <a:gd name="sw" fmla="*/ 1 w 8299"/>
              <a:gd name="sh" fmla="*/ 1 h 2760"/>
              <a:gd name="mins" fmla="min sw sh"/>
              <a:gd name="dsw" fmla="+- 0 sw mins"/>
              <a:gd name="dsh" fmla="+- 0 sh mins"/>
              <a:gd name="p0x0" fmla="*/ 240 w 8299"/>
              <a:gd name="p0y0" fmla="*/ 0 h 2760"/>
              <a:gd name="p0x1" fmla="*/ 8059 w 8299"/>
              <a:gd name="p0y1" fmla="*/ 0 h 2760"/>
              <a:gd name="p0x2" fmla="*/ 8191 w 8299"/>
              <a:gd name="p0y2" fmla="*/ 0 h 2760"/>
              <a:gd name="p0x3" fmla="*/ 8299 w 8299"/>
              <a:gd name="p0y3" fmla="*/ 107 h 2760"/>
              <a:gd name="p0x4" fmla="*/ 8299 w 8299"/>
              <a:gd name="p0y4" fmla="*/ 240 h 2760"/>
              <a:gd name="p0x5" fmla="*/ 8299 w 8299"/>
              <a:gd name="p0y5" fmla="*/ 2520 h 2760"/>
              <a:gd name="p0x6" fmla="*/ 8299 w 8299"/>
              <a:gd name="p0y6" fmla="*/ 2652 h 2760"/>
              <a:gd name="p0x7" fmla="*/ 8191 w 8299"/>
              <a:gd name="p0y7" fmla="*/ 2760 h 2760"/>
              <a:gd name="p0x8" fmla="*/ 8059 w 8299"/>
              <a:gd name="p0y8" fmla="*/ 2760 h 2760"/>
              <a:gd name="p0x9" fmla="*/ 240 w 8299"/>
              <a:gd name="p0y9" fmla="*/ 2760 h 2760"/>
              <a:gd name="p0x10" fmla="*/ 107 w 8299"/>
              <a:gd name="p0y10" fmla="*/ 2760 h 2760"/>
              <a:gd name="p0x11" fmla="*/ 0 w 8299"/>
              <a:gd name="p0y11" fmla="*/ 2652 h 2760"/>
              <a:gd name="p0x12" fmla="*/ 0 w 8299"/>
              <a:gd name="p0y12" fmla="*/ 2520 h 2760"/>
              <a:gd name="p0x13" fmla="*/ 0 w 8299"/>
              <a:gd name="p0y13" fmla="*/ 240 h 2760"/>
              <a:gd name="p0x14" fmla="*/ 0 w 8299"/>
              <a:gd name="p0y14" fmla="*/ 107 h 2760"/>
              <a:gd name="p0x15" fmla="*/ 107 w 8299"/>
              <a:gd name="p0y15" fmla="*/ 0 h 2760"/>
              <a:gd name="p0x16" fmla="*/ 240 w 8299"/>
              <a:gd name="p0y16" fmla="*/ 0 h 27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EFCF9"/>
          </a:solidFill>
          <a:ln w="9525" cmpd="sng">
            <a:solidFill>
              <a:srgbClr val="F0E8DC"/>
            </a:solidFill>
            <a:prstDash val="solid"/>
          </a:ln>
          <a:effectLst>
            <a:outerShdw blurRad="42863" dist="9525" dir="5399999" algn="ctr" rotWithShape="0">
              <a:srgbClr val="5A3A0A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>
            <p:custDataLst>
              <p:tags r:id="rId37"/>
            </p:custDataLst>
          </p:nvPr>
        </p:nvSpPr>
        <p:spPr>
          <a:xfrm>
            <a:off x="6654800" y="2200275"/>
            <a:ext cx="838200" cy="238125"/>
          </a:xfrm>
          <a:custGeom>
            <a:avLst/>
            <a:gdLst>
              <a:gd name="sw" fmla="*/ 1 w 1320"/>
              <a:gd name="sh" fmla="*/ 1 h 375"/>
              <a:gd name="mins" fmla="min sw sh"/>
              <a:gd name="dsw" fmla="+- 0 sw mins"/>
              <a:gd name="dsh" fmla="+- 0 sh mins"/>
              <a:gd name="p0x0" fmla="*/ 187 w 1320"/>
              <a:gd name="p0y0" fmla="*/ 0 h 375"/>
              <a:gd name="p0x1" fmla="*/ 1132 w 1320"/>
              <a:gd name="p0y1" fmla="*/ 0 h 375"/>
              <a:gd name="p0x2" fmla="*/ 1236 w 1320"/>
              <a:gd name="p0y2" fmla="*/ 0 h 375"/>
              <a:gd name="p0x3" fmla="*/ 1320 w 1320"/>
              <a:gd name="p0y3" fmla="*/ 83 h 375"/>
              <a:gd name="p0x4" fmla="*/ 1320 w 1320"/>
              <a:gd name="p0y4" fmla="*/ 187 h 375"/>
              <a:gd name="p0x5" fmla="*/ 1320 w 1320"/>
              <a:gd name="p0y5" fmla="*/ 291 h 375"/>
              <a:gd name="p0x6" fmla="*/ 1236 w 1320"/>
              <a:gd name="p0y6" fmla="*/ 375 h 375"/>
              <a:gd name="p0x7" fmla="*/ 1132 w 1320"/>
              <a:gd name="p0y7" fmla="*/ 375 h 375"/>
              <a:gd name="p0x8" fmla="*/ 187 w 1320"/>
              <a:gd name="p0y8" fmla="*/ 375 h 375"/>
              <a:gd name="p0x9" fmla="*/ 83 w 1320"/>
              <a:gd name="p0y9" fmla="*/ 375 h 375"/>
              <a:gd name="p0x10" fmla="*/ 0 w 1320"/>
              <a:gd name="p0y10" fmla="*/ 291 h 375"/>
              <a:gd name="p0x11" fmla="*/ 0 w 1320"/>
              <a:gd name="p0y11" fmla="*/ 187 h 375"/>
              <a:gd name="p0x12" fmla="*/ 0 w 1320"/>
              <a:gd name="p0y12" fmla="*/ 83 h 375"/>
              <a:gd name="p0x13" fmla="*/ 83 w 1320"/>
              <a:gd name="p0y13" fmla="*/ 0 h 375"/>
              <a:gd name="p0x14" fmla="*/ 187 w 1320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DE8C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>
            <p:custDataLst>
              <p:tags r:id="rId38"/>
            </p:custDataLst>
          </p:nvPr>
        </p:nvSpPr>
        <p:spPr>
          <a:xfrm>
            <a:off x="6769522" y="2219325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</a:rPr>
              <a:t>目标用户</a:t>
            </a:r>
            <a:endParaRPr sz="1200">
              <a:solidFill>
                <a:srgbClr val="5A3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>
            <p:custDataLst>
              <p:tags r:id="rId39"/>
            </p:custDataLst>
          </p:nvPr>
        </p:nvSpPr>
        <p:spPr>
          <a:xfrm>
            <a:off x="7607798" y="2143125"/>
            <a:ext cx="3926977" cy="3524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21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在校学生</a:t>
            </a:r>
            <a:endParaRPr sz="210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文本框 44"/>
          <p:cNvSpPr txBox="1"/>
          <p:nvPr>
            <p:custDataLst>
              <p:tags r:id="rId40"/>
            </p:custDataLst>
          </p:nvPr>
        </p:nvSpPr>
        <p:spPr>
          <a:xfrm>
            <a:off x="6655222" y="2700338"/>
            <a:ext cx="4710113" cy="709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50000"/>
              </a:lnSpc>
            </a:pPr>
            <a:r>
              <a:rPr lang="zh-CN" altLang="en-US" sz="15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即时情绪支持、心情打卡、预约咨询但</a:t>
            </a:r>
            <a:r>
              <a:rPr lang="en-US" altLang="zh-CN" sz="15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300">
                <a:highlight>
                  <a:srgbClr val="FDE8C3"/>
                </a:highlight>
              </a:rPr>
              <a:t> </a:t>
            </a:r>
            <a:r>
              <a:rPr sz="1500" b="1">
                <a:solidFill>
                  <a:srgbClr val="3A2A1A"/>
                </a:solidFill>
                <a:highlight>
                  <a:srgbClr val="FDE8C3"/>
                </a:highlight>
                <a:latin typeface="微软雅黑" panose="020B0503020204020204" charset="-122"/>
                <a:ea typeface="微软雅黑" panose="020B0503020204020204" charset="-122"/>
              </a:rPr>
              <a:t>不熟悉流程</a:t>
            </a:r>
            <a:r>
              <a:rPr sz="300">
                <a:highlight>
                  <a:srgbClr val="FDE8C3"/>
                </a:highlight>
              </a:rPr>
              <a:t> </a:t>
            </a:r>
            <a:r>
              <a:rPr lang="zh-CN" sz="15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，需要</a:t>
            </a:r>
            <a:r>
              <a:rPr lang="en-US" altLang="zh-CN" sz="15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300">
                <a:highlight>
                  <a:srgbClr val="FDE8C3"/>
                </a:highlight>
              </a:rPr>
              <a:t> </a:t>
            </a:r>
            <a:r>
              <a:rPr sz="1500" b="1">
                <a:solidFill>
                  <a:srgbClr val="3A2A1A"/>
                </a:solidFill>
                <a:highlight>
                  <a:srgbClr val="FDE8C3"/>
                </a:highlight>
                <a:latin typeface="微软雅黑" panose="020B0503020204020204" charset="-122"/>
                <a:ea typeface="微软雅黑" panose="020B0503020204020204" charset="-122"/>
              </a:rPr>
              <a:t>低门槛入口</a:t>
            </a:r>
            <a:endParaRPr sz="1500" b="1">
              <a:solidFill>
                <a:srgbClr val="3A2A1A"/>
              </a:solidFill>
              <a:highlight>
                <a:srgbClr val="FDE8C3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任意多边形 45"/>
          <p:cNvSpPr/>
          <p:nvPr>
            <p:custDataLst>
              <p:tags r:id="rId41"/>
            </p:custDataLst>
          </p:nvPr>
        </p:nvSpPr>
        <p:spPr>
          <a:xfrm>
            <a:off x="6459855" y="3900170"/>
            <a:ext cx="5269865" cy="1752600"/>
          </a:xfrm>
          <a:custGeom>
            <a:avLst/>
            <a:gdLst>
              <a:gd name="sw" fmla="*/ 1 w 8299"/>
              <a:gd name="sh" fmla="*/ 1 h 2760"/>
              <a:gd name="mins" fmla="min sw sh"/>
              <a:gd name="dsw" fmla="+- 0 sw mins"/>
              <a:gd name="dsh" fmla="+- 0 sh mins"/>
              <a:gd name="p0x0" fmla="*/ 240 w 8299"/>
              <a:gd name="p0y0" fmla="*/ 0 h 2760"/>
              <a:gd name="p0x1" fmla="*/ 8059 w 8299"/>
              <a:gd name="p0y1" fmla="*/ 0 h 2760"/>
              <a:gd name="p0x2" fmla="*/ 8191 w 8299"/>
              <a:gd name="p0y2" fmla="*/ 0 h 2760"/>
              <a:gd name="p0x3" fmla="*/ 8299 w 8299"/>
              <a:gd name="p0y3" fmla="*/ 107 h 2760"/>
              <a:gd name="p0x4" fmla="*/ 8299 w 8299"/>
              <a:gd name="p0y4" fmla="*/ 240 h 2760"/>
              <a:gd name="p0x5" fmla="*/ 8299 w 8299"/>
              <a:gd name="p0y5" fmla="*/ 2520 h 2760"/>
              <a:gd name="p0x6" fmla="*/ 8299 w 8299"/>
              <a:gd name="p0y6" fmla="*/ 2652 h 2760"/>
              <a:gd name="p0x7" fmla="*/ 8191 w 8299"/>
              <a:gd name="p0y7" fmla="*/ 2760 h 2760"/>
              <a:gd name="p0x8" fmla="*/ 8059 w 8299"/>
              <a:gd name="p0y8" fmla="*/ 2760 h 2760"/>
              <a:gd name="p0x9" fmla="*/ 240 w 8299"/>
              <a:gd name="p0y9" fmla="*/ 2760 h 2760"/>
              <a:gd name="p0x10" fmla="*/ 107 w 8299"/>
              <a:gd name="p0y10" fmla="*/ 2760 h 2760"/>
              <a:gd name="p0x11" fmla="*/ 0 w 8299"/>
              <a:gd name="p0y11" fmla="*/ 2652 h 2760"/>
              <a:gd name="p0x12" fmla="*/ 0 w 8299"/>
              <a:gd name="p0y12" fmla="*/ 2520 h 2760"/>
              <a:gd name="p0x13" fmla="*/ 0 w 8299"/>
              <a:gd name="p0y13" fmla="*/ 240 h 2760"/>
              <a:gd name="p0x14" fmla="*/ 0 w 8299"/>
              <a:gd name="p0y14" fmla="*/ 107 h 2760"/>
              <a:gd name="p0x15" fmla="*/ 107 w 8299"/>
              <a:gd name="p0y15" fmla="*/ 0 h 2760"/>
              <a:gd name="p0x16" fmla="*/ 240 w 8299"/>
              <a:gd name="p0y16" fmla="*/ 0 h 27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EFCF9"/>
          </a:solidFill>
          <a:ln w="9525" cmpd="sng">
            <a:solidFill>
              <a:srgbClr val="F0E8DC"/>
            </a:solidFill>
            <a:prstDash val="solid"/>
          </a:ln>
          <a:effectLst>
            <a:outerShdw blurRad="42863" dist="9525" dir="5399999" algn="ctr" rotWithShape="0">
              <a:srgbClr val="5A3A0A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任意多边形 46"/>
          <p:cNvSpPr/>
          <p:nvPr>
            <p:custDataLst>
              <p:tags r:id="rId42"/>
            </p:custDataLst>
          </p:nvPr>
        </p:nvSpPr>
        <p:spPr>
          <a:xfrm>
            <a:off x="6654800" y="4152900"/>
            <a:ext cx="838200" cy="238125"/>
          </a:xfrm>
          <a:custGeom>
            <a:avLst/>
            <a:gdLst>
              <a:gd name="sw" fmla="*/ 1 w 1320"/>
              <a:gd name="sh" fmla="*/ 1 h 375"/>
              <a:gd name="mins" fmla="min sw sh"/>
              <a:gd name="dsw" fmla="+- 0 sw mins"/>
              <a:gd name="dsh" fmla="+- 0 sh mins"/>
              <a:gd name="p0x0" fmla="*/ 187 w 1320"/>
              <a:gd name="p0y0" fmla="*/ 0 h 375"/>
              <a:gd name="p0x1" fmla="*/ 1132 w 1320"/>
              <a:gd name="p0y1" fmla="*/ 0 h 375"/>
              <a:gd name="p0x2" fmla="*/ 1236 w 1320"/>
              <a:gd name="p0y2" fmla="*/ 0 h 375"/>
              <a:gd name="p0x3" fmla="*/ 1320 w 1320"/>
              <a:gd name="p0y3" fmla="*/ 83 h 375"/>
              <a:gd name="p0x4" fmla="*/ 1320 w 1320"/>
              <a:gd name="p0y4" fmla="*/ 187 h 375"/>
              <a:gd name="p0x5" fmla="*/ 1320 w 1320"/>
              <a:gd name="p0y5" fmla="*/ 291 h 375"/>
              <a:gd name="p0x6" fmla="*/ 1236 w 1320"/>
              <a:gd name="p0y6" fmla="*/ 375 h 375"/>
              <a:gd name="p0x7" fmla="*/ 1132 w 1320"/>
              <a:gd name="p0y7" fmla="*/ 375 h 375"/>
              <a:gd name="p0x8" fmla="*/ 187 w 1320"/>
              <a:gd name="p0y8" fmla="*/ 375 h 375"/>
              <a:gd name="p0x9" fmla="*/ 83 w 1320"/>
              <a:gd name="p0y9" fmla="*/ 375 h 375"/>
              <a:gd name="p0x10" fmla="*/ 0 w 1320"/>
              <a:gd name="p0y10" fmla="*/ 291 h 375"/>
              <a:gd name="p0x11" fmla="*/ 0 w 1320"/>
              <a:gd name="p0y11" fmla="*/ 187 h 375"/>
              <a:gd name="p0x12" fmla="*/ 0 w 1320"/>
              <a:gd name="p0y12" fmla="*/ 83 h 375"/>
              <a:gd name="p0x13" fmla="*/ 83 w 1320"/>
              <a:gd name="p0y13" fmla="*/ 0 h 375"/>
              <a:gd name="p0x14" fmla="*/ 187 w 1320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D9EEF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>
            <p:custDataLst>
              <p:tags r:id="rId43"/>
            </p:custDataLst>
          </p:nvPr>
        </p:nvSpPr>
        <p:spPr>
          <a:xfrm>
            <a:off x="6769522" y="4171950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>
                <a:solidFill>
                  <a:srgbClr val="1F4A5E"/>
                </a:solidFill>
                <a:latin typeface="微软雅黑" panose="020B0503020204020204" charset="-122"/>
                <a:ea typeface="微软雅黑" panose="020B0503020204020204" charset="-122"/>
              </a:rPr>
              <a:t>目标用户</a:t>
            </a:r>
            <a:endParaRPr sz="1200">
              <a:solidFill>
                <a:srgbClr val="1F4A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文本框 48"/>
          <p:cNvSpPr txBox="1"/>
          <p:nvPr>
            <p:custDataLst>
              <p:tags r:id="rId44"/>
            </p:custDataLst>
          </p:nvPr>
        </p:nvSpPr>
        <p:spPr>
          <a:xfrm>
            <a:off x="7607798" y="4095750"/>
            <a:ext cx="3926977" cy="3524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21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心理服务人员与管理者</a:t>
            </a:r>
            <a:endParaRPr sz="210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文本框 49"/>
          <p:cNvSpPr txBox="1"/>
          <p:nvPr>
            <p:custDataLst>
              <p:tags r:id="rId45"/>
            </p:custDataLst>
          </p:nvPr>
        </p:nvSpPr>
        <p:spPr>
          <a:xfrm>
            <a:off x="6655222" y="4652963"/>
            <a:ext cx="4879553" cy="7096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50000"/>
              </a:lnSpc>
            </a:pPr>
            <a:r>
              <a:rPr sz="15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</a:rPr>
              <a:t>统一信息发布、提高资源导航效率、基于匿名标签了解功能使用情况</a:t>
            </a:r>
            <a:endParaRPr sz="1500">
              <a:solidFill>
                <a:srgbClr val="6A5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任意多边形 50"/>
          <p:cNvSpPr/>
          <p:nvPr>
            <p:custDataLst>
              <p:tags r:id="rId46"/>
            </p:custDataLst>
          </p:nvPr>
        </p:nvSpPr>
        <p:spPr>
          <a:xfrm>
            <a:off x="461645" y="5852795"/>
            <a:ext cx="11268075" cy="542925"/>
          </a:xfrm>
          <a:custGeom>
            <a:avLst/>
            <a:gdLst>
              <a:gd name="sw" fmla="*/ 1 w 17745"/>
              <a:gd name="sh" fmla="*/ 1 h 855"/>
              <a:gd name="mins" fmla="min sw sh"/>
              <a:gd name="dsw" fmla="+- 0 sw mins"/>
              <a:gd name="dsh" fmla="+- 0 sh mins"/>
              <a:gd name="p0x0" fmla="*/ 120 w 17745"/>
              <a:gd name="p0y0" fmla="*/ 0 h 855"/>
              <a:gd name="p0x1" fmla="*/ 17625 w 17745"/>
              <a:gd name="p0y1" fmla="*/ 0 h 855"/>
              <a:gd name="p0x2" fmla="*/ 17691 w 17745"/>
              <a:gd name="p0y2" fmla="*/ 0 h 855"/>
              <a:gd name="p0x3" fmla="*/ 17745 w 17745"/>
              <a:gd name="p0y3" fmla="*/ 53 h 855"/>
              <a:gd name="p0x4" fmla="*/ 17745 w 17745"/>
              <a:gd name="p0y4" fmla="*/ 120 h 855"/>
              <a:gd name="p0x5" fmla="*/ 17745 w 17745"/>
              <a:gd name="p0y5" fmla="*/ 735 h 855"/>
              <a:gd name="p0x6" fmla="*/ 17745 w 17745"/>
              <a:gd name="p0y6" fmla="*/ 801 h 855"/>
              <a:gd name="p0x7" fmla="*/ 17691 w 17745"/>
              <a:gd name="p0y7" fmla="*/ 855 h 855"/>
              <a:gd name="p0x8" fmla="*/ 17625 w 17745"/>
              <a:gd name="p0y8" fmla="*/ 855 h 855"/>
              <a:gd name="p0x9" fmla="*/ 120 w 17745"/>
              <a:gd name="p0y9" fmla="*/ 855 h 855"/>
              <a:gd name="p0x10" fmla="*/ 53 w 17745"/>
              <a:gd name="p0y10" fmla="*/ 855 h 855"/>
              <a:gd name="p0x11" fmla="*/ 0 w 17745"/>
              <a:gd name="p0y11" fmla="*/ 801 h 855"/>
              <a:gd name="p0x12" fmla="*/ 0 w 17745"/>
              <a:gd name="p0y12" fmla="*/ 735 h 855"/>
              <a:gd name="p0x13" fmla="*/ 0 w 17745"/>
              <a:gd name="p0y13" fmla="*/ 120 h 855"/>
              <a:gd name="p0x14" fmla="*/ 0 w 17745"/>
              <a:gd name="p0y14" fmla="*/ 53 h 855"/>
              <a:gd name="p0x15" fmla="*/ 53 w 17745"/>
              <a:gd name="p0y15" fmla="*/ 0 h 855"/>
              <a:gd name="p0x16" fmla="*/ 120 w 17745"/>
              <a:gd name="p0y16" fmla="*/ 0 h 8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9EAB0"/>
          </a:solidFill>
          <a:ln w="9525" cmpd="sng">
            <a:solidFill>
              <a:srgbClr val="F0C04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任意多边形 51"/>
          <p:cNvSpPr/>
          <p:nvPr>
            <p:custDataLst>
              <p:tags r:id="rId47"/>
            </p:custDataLst>
          </p:nvPr>
        </p:nvSpPr>
        <p:spPr>
          <a:xfrm>
            <a:off x="657225" y="6005195"/>
            <a:ext cx="914400" cy="238125"/>
          </a:xfrm>
          <a:custGeom>
            <a:avLst/>
            <a:gdLst>
              <a:gd name="sw" fmla="*/ 1 w 1440"/>
              <a:gd name="sh" fmla="*/ 1 h 375"/>
              <a:gd name="mins" fmla="min sw sh"/>
              <a:gd name="dsw" fmla="+- 0 sw mins"/>
              <a:gd name="dsh" fmla="+- 0 sh mins"/>
              <a:gd name="p0x0" fmla="*/ 187 w 1440"/>
              <a:gd name="p0y0" fmla="*/ 0 h 375"/>
              <a:gd name="p0x1" fmla="*/ 1252 w 1440"/>
              <a:gd name="p0y1" fmla="*/ 0 h 375"/>
              <a:gd name="p0x2" fmla="*/ 1356 w 1440"/>
              <a:gd name="p0y2" fmla="*/ 0 h 375"/>
              <a:gd name="p0x3" fmla="*/ 1440 w 1440"/>
              <a:gd name="p0y3" fmla="*/ 83 h 375"/>
              <a:gd name="p0x4" fmla="*/ 1440 w 1440"/>
              <a:gd name="p0y4" fmla="*/ 187 h 375"/>
              <a:gd name="p0x5" fmla="*/ 1440 w 1440"/>
              <a:gd name="p0y5" fmla="*/ 291 h 375"/>
              <a:gd name="p0x6" fmla="*/ 1356 w 1440"/>
              <a:gd name="p0y6" fmla="*/ 375 h 375"/>
              <a:gd name="p0x7" fmla="*/ 1252 w 1440"/>
              <a:gd name="p0y7" fmla="*/ 375 h 375"/>
              <a:gd name="p0x8" fmla="*/ 187 w 1440"/>
              <a:gd name="p0y8" fmla="*/ 375 h 375"/>
              <a:gd name="p0x9" fmla="*/ 83 w 1440"/>
              <a:gd name="p0y9" fmla="*/ 375 h 375"/>
              <a:gd name="p0x10" fmla="*/ 0 w 1440"/>
              <a:gd name="p0y10" fmla="*/ 291 h 375"/>
              <a:gd name="p0x11" fmla="*/ 0 w 1440"/>
              <a:gd name="p0y11" fmla="*/ 187 h 375"/>
              <a:gd name="p0x12" fmla="*/ 0 w 1440"/>
              <a:gd name="p0y12" fmla="*/ 83 h 375"/>
              <a:gd name="p0x13" fmla="*/ 83 w 1440"/>
              <a:gd name="p0y13" fmla="*/ 0 h 375"/>
              <a:gd name="p0x14" fmla="*/ 187 w 1440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0C04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>
            <p:custDataLst>
              <p:tags r:id="rId48"/>
            </p:custDataLst>
          </p:nvPr>
        </p:nvSpPr>
        <p:spPr>
          <a:xfrm>
            <a:off x="809625" y="6024563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3A2A00"/>
                </a:solidFill>
                <a:latin typeface="微软雅黑" panose="020B0503020204020204" charset="-122"/>
                <a:ea typeface="微软雅黑" panose="020B0503020204020204" charset="-122"/>
              </a:rPr>
              <a:t>产品边界</a:t>
            </a:r>
            <a:endParaRPr sz="1200" b="1">
              <a:solidFill>
                <a:srgbClr val="3A2A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文本框 53"/>
          <p:cNvSpPr txBox="1"/>
          <p:nvPr>
            <p:custDataLst>
              <p:tags r:id="rId49"/>
            </p:custDataLst>
          </p:nvPr>
        </p:nvSpPr>
        <p:spPr>
          <a:xfrm>
            <a:off x="1724101" y="5957888"/>
            <a:ext cx="9219085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提供支持、科普、筛查与转介，</a:t>
            </a:r>
            <a:r>
              <a:rPr sz="1500" b="1">
                <a:solidFill>
                  <a:srgbClr val="D95A5A"/>
                </a:solidFill>
                <a:latin typeface="微软雅黑" panose="020B0503020204020204" charset="-122"/>
                <a:ea typeface="微软雅黑" panose="020B0503020204020204" charset="-122"/>
              </a:rPr>
              <a:t>不进行医学诊断或用药建议</a:t>
            </a:r>
            <a:r>
              <a:rPr lang="zh-CN"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；安全风险时拨打</a:t>
            </a:r>
            <a:r>
              <a:rPr lang="en-US" altLang="zh-CN"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500" b="1">
                <a:solidFill>
                  <a:srgbClr val="D95A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120</a:t>
            </a:r>
            <a:r>
              <a:rPr lang="zh-CN" altLang="en-US" sz="1500" b="1">
                <a:solidFill>
                  <a:srgbClr val="D95A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500" b="1">
                <a:solidFill>
                  <a:srgbClr val="D95A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110</a:t>
            </a:r>
            <a:r>
              <a:rPr lang="en-US" altLang="zh-CN"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或心理援助热线</a:t>
            </a:r>
            <a:endParaRPr lang="zh-CN" altLang="en-US" sz="1500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任意多边形 2"/>
          <p:cNvSpPr/>
          <p:nvPr>
            <p:custDataLst>
              <p:tags r:id="rId1"/>
            </p:custDataLst>
          </p:nvPr>
        </p:nvSpPr>
        <p:spPr>
          <a:xfrm>
            <a:off x="457200" y="552450"/>
            <a:ext cx="38100" cy="266700"/>
          </a:xfrm>
          <a:custGeom>
            <a:avLst/>
            <a:gdLst>
              <a:gd name="sw" fmla="*/ 1 w 60"/>
              <a:gd name="sh" fmla="*/ 1 h 420"/>
              <a:gd name="mins" fmla="min sw sh"/>
              <a:gd name="dsw" fmla="+- 0 sw mins"/>
              <a:gd name="dsh" fmla="+- 0 sh mins"/>
              <a:gd name="p0x0" fmla="*/ 30 w 60"/>
              <a:gd name="p0y0" fmla="*/ 0 h 420"/>
              <a:gd name="p0x1" fmla="*/ 46 w 60"/>
              <a:gd name="p0y1" fmla="*/ 0 h 420"/>
              <a:gd name="p0x2" fmla="*/ 60 w 60"/>
              <a:gd name="p0y2" fmla="*/ 13 h 420"/>
              <a:gd name="p0x3" fmla="*/ 60 w 60"/>
              <a:gd name="p0y3" fmla="*/ 30 h 420"/>
              <a:gd name="p0x4" fmla="*/ 60 w 60"/>
              <a:gd name="p0y4" fmla="*/ 390 h 420"/>
              <a:gd name="p0x5" fmla="*/ 60 w 60"/>
              <a:gd name="p0y5" fmla="*/ 406 h 420"/>
              <a:gd name="p0x6" fmla="*/ 46 w 60"/>
              <a:gd name="p0y6" fmla="*/ 420 h 420"/>
              <a:gd name="p0x7" fmla="*/ 30 w 60"/>
              <a:gd name="p0y7" fmla="*/ 420 h 420"/>
              <a:gd name="p0x8" fmla="*/ 13 w 60"/>
              <a:gd name="p0y8" fmla="*/ 420 h 420"/>
              <a:gd name="p0x9" fmla="*/ 0 w 60"/>
              <a:gd name="p0y9" fmla="*/ 406 h 420"/>
              <a:gd name="p0x10" fmla="*/ 0 w 60"/>
              <a:gd name="p0y10" fmla="*/ 390 h 420"/>
              <a:gd name="p0x11" fmla="*/ 0 w 60"/>
              <a:gd name="p0y11" fmla="*/ 30 h 420"/>
              <a:gd name="p0x12" fmla="*/ 0 w 60"/>
              <a:gd name="p0y12" fmla="*/ 13 h 420"/>
              <a:gd name="p0x13" fmla="*/ 13 w 60"/>
              <a:gd name="p0y13" fmla="*/ 0 h 420"/>
              <a:gd name="p0x14" fmla="*/ 30 w 60"/>
              <a:gd name="p0y14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5A62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647700" y="433388"/>
            <a:ext cx="5117678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30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3 </a:t>
            </a:r>
            <a:r>
              <a:rPr sz="30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典型场景与用户需求</a:t>
            </a:r>
            <a:endParaRPr sz="300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647700" y="995363"/>
            <a:ext cx="5498678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500" spc="3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r>
              <a:rPr lang="zh-CN" altLang="en-US" sz="1500" spc="3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个场景覆盖</a:t>
            </a:r>
            <a:r>
              <a:rPr lang="en-US" altLang="zh-CN" sz="1500" spc="3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zh-CN" sz="1500" b="1" spc="30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情绪支持</a:t>
            </a:r>
            <a:r>
              <a:rPr lang="en-US" altLang="zh-CN" sz="1500" b="1" spc="30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500" b="1" spc="30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筛查</a:t>
            </a:r>
            <a:r>
              <a:rPr lang="en-US" altLang="zh-CN" sz="1500" b="1" spc="30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500" b="1" spc="30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导航</a:t>
            </a:r>
            <a:r>
              <a:rPr lang="en-US" altLang="zh-CN" sz="1500" b="1" spc="30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500" b="1" spc="30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转介</a:t>
            </a:r>
            <a:r>
              <a:rPr lang="en-US" sz="1500" spc="3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sz="1500" spc="3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的完整链路</a:t>
            </a:r>
            <a:endParaRPr lang="zh-CN" sz="1500" spc="30">
              <a:solidFill>
                <a:srgbClr val="6A5A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任意多边形 5"/>
          <p:cNvSpPr/>
          <p:nvPr>
            <p:custDataLst>
              <p:tags r:id="rId4"/>
            </p:custDataLst>
          </p:nvPr>
        </p:nvSpPr>
        <p:spPr>
          <a:xfrm>
            <a:off x="652145" y="1395095"/>
            <a:ext cx="2448560" cy="285750"/>
          </a:xfrm>
          <a:custGeom>
            <a:avLst/>
            <a:gdLst>
              <a:gd name="sw" fmla="*/ 1 w 3855"/>
              <a:gd name="sh" fmla="*/ 1 h 450"/>
              <a:gd name="mins" fmla="min sw sh"/>
              <a:gd name="dsw" fmla="+- 0 sw mins"/>
              <a:gd name="dsh" fmla="+- 0 sh mins"/>
              <a:gd name="p0x0" fmla="*/ 225 w 3855"/>
              <a:gd name="p0y0" fmla="*/ 0 h 450"/>
              <a:gd name="p0x1" fmla="*/ 3630 w 3855"/>
              <a:gd name="p0y1" fmla="*/ 0 h 450"/>
              <a:gd name="p0x2" fmla="*/ 3755 w 3855"/>
              <a:gd name="p0y2" fmla="*/ 0 h 450"/>
              <a:gd name="p0x3" fmla="*/ 3855 w 3855"/>
              <a:gd name="p0y3" fmla="*/ 100 h 450"/>
              <a:gd name="p0x4" fmla="*/ 3855 w 3855"/>
              <a:gd name="p0y4" fmla="*/ 225 h 450"/>
              <a:gd name="p0x5" fmla="*/ 3855 w 3855"/>
              <a:gd name="p0y5" fmla="*/ 349 h 450"/>
              <a:gd name="p0x6" fmla="*/ 3755 w 3855"/>
              <a:gd name="p0y6" fmla="*/ 450 h 450"/>
              <a:gd name="p0x7" fmla="*/ 3630 w 3855"/>
              <a:gd name="p0y7" fmla="*/ 450 h 450"/>
              <a:gd name="p0x8" fmla="*/ 225 w 3855"/>
              <a:gd name="p0y8" fmla="*/ 450 h 450"/>
              <a:gd name="p0x9" fmla="*/ 100 w 3855"/>
              <a:gd name="p0y9" fmla="*/ 450 h 450"/>
              <a:gd name="p0x10" fmla="*/ 0 w 3855"/>
              <a:gd name="p0y10" fmla="*/ 349 h 450"/>
              <a:gd name="p0x11" fmla="*/ 0 w 3855"/>
              <a:gd name="p0y11" fmla="*/ 225 h 450"/>
              <a:gd name="p0x12" fmla="*/ 0 w 3855"/>
              <a:gd name="p0y12" fmla="*/ 100 h 450"/>
              <a:gd name="p0x13" fmla="*/ 100 w 3855"/>
              <a:gd name="p0y13" fmla="*/ 0 h 450"/>
              <a:gd name="p0x14" fmla="*/ 225 w 3855"/>
              <a:gd name="p0y14" fmla="*/ 0 h 4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DF2E0"/>
          </a:solidFill>
          <a:ln w="9525" cmpd="sng">
            <a:solidFill>
              <a:srgbClr val="F0E8D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771525" y="1438275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</a:rPr>
              <a:t>情绪支持</a:t>
            </a:r>
            <a:endParaRPr sz="1200">
              <a:solidFill>
                <a:srgbClr val="5A3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1419301" y="1438275"/>
            <a:ext cx="3048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1200" b="1">
              <a:solidFill>
                <a:srgbClr val="F5A62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1609877" y="1438275"/>
            <a:ext cx="4572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</a:rPr>
              <a:t>筛查</a:t>
            </a:r>
            <a:endParaRPr sz="1200">
              <a:solidFill>
                <a:srgbClr val="5A3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1952844" y="1438275"/>
            <a:ext cx="3048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1200" b="1">
              <a:solidFill>
                <a:srgbClr val="F5A62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2143420" y="1438275"/>
            <a:ext cx="4572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</a:rPr>
              <a:t>导航</a:t>
            </a:r>
            <a:endParaRPr sz="1200">
              <a:solidFill>
                <a:srgbClr val="5A3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10"/>
            </p:custDataLst>
          </p:nvPr>
        </p:nvSpPr>
        <p:spPr>
          <a:xfrm>
            <a:off x="2486396" y="1438275"/>
            <a:ext cx="3048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1200" b="1">
              <a:solidFill>
                <a:srgbClr val="F5A62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2676973" y="1438275"/>
            <a:ext cx="4572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</a:rPr>
              <a:t>转介</a:t>
            </a:r>
            <a:endParaRPr sz="1200">
              <a:solidFill>
                <a:srgbClr val="5A3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2"/>
            </p:custDataLst>
          </p:nvPr>
        </p:nvSpPr>
        <p:spPr>
          <a:xfrm>
            <a:off x="461645" y="1918970"/>
            <a:ext cx="11268075" cy="4476750"/>
          </a:xfrm>
          <a:custGeom>
            <a:avLst/>
            <a:gdLst>
              <a:gd name="sw" fmla="*/ 1 w 17745"/>
              <a:gd name="sh" fmla="*/ 1 h 7050"/>
              <a:gd name="mins" fmla="min sw sh"/>
              <a:gd name="dsw" fmla="+- 0 sw mins"/>
              <a:gd name="dsh" fmla="+- 0 sh mins"/>
              <a:gd name="p0x0" fmla="*/ 240 w 17745"/>
              <a:gd name="p0y0" fmla="*/ 0 h 7050"/>
              <a:gd name="p0x1" fmla="*/ 17505 w 17745"/>
              <a:gd name="p0y1" fmla="*/ 0 h 7050"/>
              <a:gd name="p0x2" fmla="*/ 17637 w 17745"/>
              <a:gd name="p0y2" fmla="*/ 0 h 7050"/>
              <a:gd name="p0x3" fmla="*/ 17745 w 17745"/>
              <a:gd name="p0y3" fmla="*/ 107 h 7050"/>
              <a:gd name="p0x4" fmla="*/ 17745 w 17745"/>
              <a:gd name="p0y4" fmla="*/ 240 h 7050"/>
              <a:gd name="p0x5" fmla="*/ 17745 w 17745"/>
              <a:gd name="p0y5" fmla="*/ 6810 h 7050"/>
              <a:gd name="p0x6" fmla="*/ 17745 w 17745"/>
              <a:gd name="p0y6" fmla="*/ 6942 h 7050"/>
              <a:gd name="p0x7" fmla="*/ 17637 w 17745"/>
              <a:gd name="p0y7" fmla="*/ 7050 h 7050"/>
              <a:gd name="p0x8" fmla="*/ 17505 w 17745"/>
              <a:gd name="p0y8" fmla="*/ 7050 h 7050"/>
              <a:gd name="p0x9" fmla="*/ 240 w 17745"/>
              <a:gd name="p0y9" fmla="*/ 7050 h 7050"/>
              <a:gd name="p0x10" fmla="*/ 107 w 17745"/>
              <a:gd name="p0y10" fmla="*/ 7050 h 7050"/>
              <a:gd name="p0x11" fmla="*/ 0 w 17745"/>
              <a:gd name="p0y11" fmla="*/ 6942 h 7050"/>
              <a:gd name="p0x12" fmla="*/ 0 w 17745"/>
              <a:gd name="p0y12" fmla="*/ 6810 h 7050"/>
              <a:gd name="p0x13" fmla="*/ 0 w 17745"/>
              <a:gd name="p0y13" fmla="*/ 240 h 7050"/>
              <a:gd name="p0x14" fmla="*/ 0 w 17745"/>
              <a:gd name="p0y14" fmla="*/ 107 h 7050"/>
              <a:gd name="p0x15" fmla="*/ 107 w 17745"/>
              <a:gd name="p0y15" fmla="*/ 0 h 7050"/>
              <a:gd name="p0x16" fmla="*/ 240 w 17745"/>
              <a:gd name="p0y16" fmla="*/ 0 h 70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EFCF9"/>
          </a:solidFill>
          <a:ln w="9525" cmpd="sng">
            <a:solidFill>
              <a:srgbClr val="F0E8DC"/>
            </a:solidFill>
            <a:prstDash val="solid"/>
          </a:ln>
          <a:effectLst>
            <a:outerShdw blurRad="42863" dist="9525" dir="5399999" algn="ctr" rotWithShape="0">
              <a:srgbClr val="5A3A0A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15" name="表格 14"/>
          <p:cNvGraphicFramePr/>
          <p:nvPr>
            <p:custDataLst>
              <p:tags r:id="rId13"/>
            </p:custDataLst>
          </p:nvPr>
        </p:nvGraphicFramePr>
        <p:xfrm>
          <a:off x="466725" y="1924050"/>
          <a:ext cx="11258550" cy="4467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9741"/>
                <a:gridCol w="2927146"/>
                <a:gridCol w="5291661"/>
              </a:tblGrid>
              <a:tr h="490537">
                <a:tc>
                  <a:txBody>
                    <a:bodyPr wrap="square"/>
                    <a:p>
                      <a:pPr algn="ctr"/>
                      <a:r>
                        <a:rPr sz="1500" b="1" spc="30">
                          <a:solidFill>
                            <a:srgbClr val="3A2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典型场景</a:t>
                      </a:r>
                      <a:endParaRPr sz="1500" b="1" spc="30">
                        <a:solidFill>
                          <a:srgbClr val="3A2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D8C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500" b="1" spc="30">
                          <a:solidFill>
                            <a:srgbClr val="3A2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用户真实需求</a:t>
                      </a:r>
                      <a:endParaRPr sz="1500" b="1" spc="30">
                        <a:solidFill>
                          <a:srgbClr val="3A2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D8C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500" b="1" spc="30">
                          <a:solidFill>
                            <a:srgbClr val="3A2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系统响应目标</a:t>
                      </a:r>
                      <a:endParaRPr sz="1500" b="1" spc="30">
                        <a:solidFill>
                          <a:srgbClr val="3A2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D8C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 wrap="square"/>
                    <a:p>
                      <a:pPr algn="ctr"/>
                      <a:r>
                        <a:rPr sz="1500" b="1">
                          <a:solidFill>
                            <a:srgbClr val="3A2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考试压力、失眠与持续担忧</a:t>
                      </a:r>
                      <a:endParaRPr sz="1500" b="1">
                        <a:solidFill>
                          <a:srgbClr val="3A2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76200" marB="7620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D8C8B8"/>
                      </a:solidFill>
                      <a:prstDash val="solid"/>
                    </a:lnT>
                    <a:lnB w="9525">
                      <a:solidFill>
                        <a:srgbClr val="F0E8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500" b="0">
                          <a:solidFill>
                            <a:srgbClr val="6A5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希望被理解，获得简单可执行建议</a:t>
                      </a:r>
                      <a:endParaRPr sz="1500" b="0">
                        <a:solidFill>
                          <a:srgbClr val="6A5A4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76200" marB="7620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D8C8B8"/>
                      </a:solidFill>
                      <a:prstDash val="solid"/>
                    </a:lnT>
                    <a:lnB w="9525">
                      <a:solidFill>
                        <a:srgbClr val="F0E8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ctr"/>
                      <a:r>
                        <a:rPr lang="zh-CN" altLang="en-US" sz="1500" b="0">
                          <a:solidFill>
                            <a:srgbClr val="6A5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先承接情绪，再提供</a:t>
                      </a:r>
                      <a:r>
                        <a:rPr lang="en-US" altLang="zh-CN" sz="1500" b="0">
                          <a:solidFill>
                            <a:srgbClr val="6A5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en-US" altLang="zh-CN" sz="1500" b="1">
                          <a:solidFill>
                            <a:srgbClr val="5A3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1-2</a:t>
                      </a:r>
                      <a:r>
                        <a:rPr lang="zh-CN" altLang="en-US" sz="1500" b="1">
                          <a:solidFill>
                            <a:srgbClr val="5A3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条</a:t>
                      </a:r>
                      <a:r>
                        <a:rPr lang="en-US" altLang="en-US" sz="1500" b="0">
                          <a:solidFill>
                            <a:srgbClr val="6A5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zh-CN" altLang="en-US" sz="1500" b="0">
                          <a:solidFill>
                            <a:srgbClr val="6A5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轻量建议；必要时推荐</a:t>
                      </a:r>
                      <a:r>
                        <a:rPr lang="en-US" altLang="zh-CN" sz="1500" b="0">
                          <a:solidFill>
                            <a:srgbClr val="6A5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GAD-7</a:t>
                      </a:r>
                      <a:r>
                        <a:rPr lang="zh-CN" altLang="en-US" sz="1500" b="0">
                          <a:solidFill>
                            <a:srgbClr val="6A5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或专业咨询</a:t>
                      </a:r>
                      <a:endParaRPr lang="zh-CN" altLang="en-US" sz="1500" b="0">
                        <a:solidFill>
                          <a:srgbClr val="6A5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76200" marB="7620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D8C8B8"/>
                      </a:solidFill>
                      <a:prstDash val="solid"/>
                    </a:lnT>
                    <a:lnB w="9525">
                      <a:solidFill>
                        <a:srgbClr val="F0E8DC"/>
                      </a:solidFill>
                      <a:prstDash val="solid"/>
                    </a:lnB>
                    <a:noFill/>
                  </a:tcPr>
                </a:tc>
              </a:tr>
              <a:tr h="771525">
                <a:tc>
                  <a:txBody>
                    <a:bodyPr wrap="square"/>
                    <a:p>
                      <a:pPr algn="ctr"/>
                      <a:r>
                        <a:rPr sz="1500" b="1">
                          <a:solidFill>
                            <a:srgbClr val="3A2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想了解自己的焦虑程度</a:t>
                      </a:r>
                      <a:endParaRPr sz="1500" b="1">
                        <a:solidFill>
                          <a:srgbClr val="3A2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76200" marB="762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0E8DC"/>
                      </a:solidFill>
                      <a:prstDash val="solid"/>
                    </a:lnT>
                    <a:lnB w="9525">
                      <a:solidFill>
                        <a:srgbClr val="F0E8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500" b="0">
                          <a:solidFill>
                            <a:srgbClr val="6A5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需要简单、连续、不跳题的筛查工具</a:t>
                      </a:r>
                      <a:endParaRPr sz="1500" b="0">
                        <a:solidFill>
                          <a:srgbClr val="6A5A4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76200" marB="762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0E8DC"/>
                      </a:solidFill>
                      <a:prstDash val="solid"/>
                    </a:lnT>
                    <a:lnB w="9525">
                      <a:solidFill>
                        <a:srgbClr val="F0E8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ctr"/>
                      <a:r>
                        <a:rPr lang="zh-CN" altLang="en-US" sz="1500" b="0">
                          <a:solidFill>
                            <a:srgbClr val="6A5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完成固定</a:t>
                      </a:r>
                      <a:r>
                        <a:rPr lang="en-US" altLang="zh-CN" sz="1500" b="0">
                          <a:solidFill>
                            <a:srgbClr val="6A5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en-US" altLang="zh-CN" sz="1500" b="1">
                          <a:solidFill>
                            <a:srgbClr val="5A3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</a:t>
                      </a:r>
                      <a:r>
                        <a:rPr lang="zh-CN" altLang="en-US" sz="1500" b="1">
                          <a:solidFill>
                            <a:srgbClr val="5A3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题</a:t>
                      </a:r>
                      <a:r>
                        <a:rPr sz="1500" b="0">
                          <a:solidFill>
                            <a:srgbClr val="6A5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、自动计分，给出筛查等级和边界说明</a:t>
                      </a:r>
                      <a:endParaRPr sz="1500" b="0">
                        <a:solidFill>
                          <a:srgbClr val="6A5A4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76200" marB="762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0E8DC"/>
                      </a:solidFill>
                      <a:prstDash val="solid"/>
                    </a:lnT>
                    <a:lnB w="9525">
                      <a:solidFill>
                        <a:srgbClr val="F0E8DC"/>
                      </a:solidFill>
                      <a:prstDash val="solid"/>
                    </a:lnB>
                    <a:noFill/>
                  </a:tcPr>
                </a:tc>
              </a:tr>
              <a:tr h="771525">
                <a:tc>
                  <a:txBody>
                    <a:bodyPr wrap="square"/>
                    <a:p>
                      <a:pPr algn="ctr"/>
                      <a:r>
                        <a:rPr sz="1500" b="1">
                          <a:solidFill>
                            <a:srgbClr val="3A2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想预约学校心理咨询</a:t>
                      </a:r>
                      <a:endParaRPr sz="1500" b="1">
                        <a:solidFill>
                          <a:srgbClr val="3A2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76200" marB="762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0E8DC"/>
                      </a:solidFill>
                      <a:prstDash val="solid"/>
                    </a:lnT>
                    <a:lnB w="9525">
                      <a:solidFill>
                        <a:srgbClr val="F0E8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500" b="0">
                          <a:solidFill>
                            <a:srgbClr val="6A5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快速获得预约入口、电话、地址和时间</a:t>
                      </a:r>
                      <a:endParaRPr sz="1500" b="0">
                        <a:solidFill>
                          <a:srgbClr val="6A5A4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76200" marB="762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0E8DC"/>
                      </a:solidFill>
                      <a:prstDash val="solid"/>
                    </a:lnT>
                    <a:lnB w="9525">
                      <a:solidFill>
                        <a:srgbClr val="F0E8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500" b="0">
                          <a:solidFill>
                            <a:srgbClr val="6A5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从校园服务知识库检索，给出简洁导航</a:t>
                      </a:r>
                      <a:endParaRPr sz="1500" b="0">
                        <a:solidFill>
                          <a:srgbClr val="6A5A4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76200" marB="762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0E8DC"/>
                      </a:solidFill>
                      <a:prstDash val="solid"/>
                    </a:lnT>
                    <a:lnB w="9525">
                      <a:solidFill>
                        <a:srgbClr val="F0E8DC"/>
                      </a:solidFill>
                      <a:prstDash val="solid"/>
                    </a:lnB>
                    <a:noFill/>
                  </a:tcPr>
                </a:tc>
              </a:tr>
              <a:tr h="550886">
                <a:tc>
                  <a:txBody>
                    <a:bodyPr wrap="square"/>
                    <a:p>
                      <a:pPr algn="ctr"/>
                      <a:r>
                        <a:rPr sz="1500" b="1">
                          <a:solidFill>
                            <a:srgbClr val="3A2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想寻找适合的心理老师</a:t>
                      </a:r>
                      <a:endParaRPr sz="1500" b="1">
                        <a:solidFill>
                          <a:srgbClr val="3A2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76200" marB="762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0E8DC"/>
                      </a:solidFill>
                      <a:prstDash val="solid"/>
                    </a:lnT>
                    <a:lnB w="9525">
                      <a:solidFill>
                        <a:srgbClr val="F0E8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500" b="0">
                          <a:solidFill>
                            <a:srgbClr val="6A5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按困扰方向了解公开专长</a:t>
                      </a:r>
                      <a:endParaRPr sz="1500" b="0">
                        <a:solidFill>
                          <a:srgbClr val="6A5A4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76200" marB="762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0E8DC"/>
                      </a:solidFill>
                      <a:prstDash val="solid"/>
                    </a:lnT>
                    <a:lnB w="9525">
                      <a:solidFill>
                        <a:srgbClr val="F0E8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500" b="0">
                          <a:solidFill>
                            <a:srgbClr val="6A5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根据焦虑、睡眠、人际、学业等关键词匹配老师公开信息</a:t>
                      </a:r>
                      <a:endParaRPr sz="1500" b="0">
                        <a:solidFill>
                          <a:srgbClr val="6A5A4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76200" marB="762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0E8DC"/>
                      </a:solidFill>
                      <a:prstDash val="solid"/>
                    </a:lnT>
                    <a:lnB w="9525">
                      <a:solidFill>
                        <a:srgbClr val="F0E8DC"/>
                      </a:solidFill>
                      <a:prstDash val="solid"/>
                    </a:lnB>
                    <a:noFill/>
                  </a:tcPr>
                </a:tc>
              </a:tr>
              <a:tr h="550886">
                <a:tc>
                  <a:txBody>
                    <a:bodyPr wrap="square"/>
                    <a:p>
                      <a:pPr algn="ctr"/>
                      <a:r>
                        <a:rPr sz="1500" b="1">
                          <a:solidFill>
                            <a:srgbClr val="3A2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只想快速记录今天的状态</a:t>
                      </a:r>
                      <a:endParaRPr sz="1500" b="1">
                        <a:solidFill>
                          <a:srgbClr val="3A2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76200" marB="762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0E8DC"/>
                      </a:solidFill>
                      <a:prstDash val="solid"/>
                    </a:lnT>
                    <a:lnB w="9525">
                      <a:solidFill>
                        <a:srgbClr val="F0E8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500" b="0">
                          <a:solidFill>
                            <a:srgbClr val="6A5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低负担完成心情记录</a:t>
                      </a:r>
                      <a:endParaRPr sz="1500" b="0">
                        <a:solidFill>
                          <a:srgbClr val="6A5A4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76200" marB="762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0E8DC"/>
                      </a:solidFill>
                      <a:prstDash val="solid"/>
                    </a:lnT>
                    <a:lnB w="9525">
                      <a:solidFill>
                        <a:srgbClr val="F0E8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ctr"/>
                      <a:r>
                        <a:rPr lang="en-US" sz="1500" b="1">
                          <a:solidFill>
                            <a:srgbClr val="5A3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</a:t>
                      </a:r>
                      <a:r>
                        <a:rPr lang="zh-CN" sz="1500" b="1">
                          <a:solidFill>
                            <a:srgbClr val="5A3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题</a:t>
                      </a:r>
                      <a:r>
                        <a:rPr lang="en-US" sz="1500" b="0">
                          <a:solidFill>
                            <a:srgbClr val="6A5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zh-CN" altLang="en-US" sz="1500" b="0">
                          <a:solidFill>
                            <a:srgbClr val="6A5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打卡，累计次数并给出简短反馈</a:t>
                      </a:r>
                      <a:endParaRPr lang="zh-CN" altLang="en-US" sz="1500" b="0">
                        <a:solidFill>
                          <a:srgbClr val="6A5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76200" marB="762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0E8DC"/>
                      </a:solidFill>
                      <a:prstDash val="solid"/>
                    </a:lnT>
                    <a:lnB w="9525">
                      <a:solidFill>
                        <a:srgbClr val="F0E8DC"/>
                      </a:solidFill>
                      <a:prstDash val="solid"/>
                    </a:lnB>
                    <a:noFill/>
                  </a:tcPr>
                </a:tc>
              </a:tr>
              <a:tr h="550886">
                <a:tc>
                  <a:txBody>
                    <a:bodyPr wrap="square"/>
                    <a:p>
                      <a:pPr algn="ctr"/>
                      <a:r>
                        <a:rPr sz="1500" b="1">
                          <a:solidFill>
                            <a:srgbClr val="D95A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出现明显安全风险表达</a:t>
                      </a:r>
                      <a:endParaRPr sz="1500" b="1">
                        <a:solidFill>
                          <a:srgbClr val="D95A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76200" marB="762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0E8DC"/>
                      </a:solidFill>
                      <a:prstDash val="solid"/>
                    </a:lnT>
                    <a:lnB w="9525">
                      <a:solidFill>
                        <a:srgbClr val="F0E8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500" b="0">
                          <a:solidFill>
                            <a:srgbClr val="6A5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需要立即得到安全优先的指引</a:t>
                      </a:r>
                      <a:endParaRPr sz="1500" b="0">
                        <a:solidFill>
                          <a:srgbClr val="6A5A4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76200" marB="762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0E8DC"/>
                      </a:solidFill>
                      <a:prstDash val="solid"/>
                    </a:lnT>
                    <a:lnB w="9525">
                      <a:solidFill>
                        <a:srgbClr val="F0E8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500" b="0">
                          <a:solidFill>
                            <a:srgbClr val="6A5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危机预检优先打断普通流程，输出固定安全支持和转介信息</a:t>
                      </a:r>
                      <a:endParaRPr sz="1500" b="0">
                        <a:solidFill>
                          <a:srgbClr val="6A5A4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76200" marB="762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0E8DC"/>
                      </a:solidFill>
                      <a:prstDash val="solid"/>
                    </a:lnT>
                    <a:lnB w="9525">
                      <a:solidFill>
                        <a:srgbClr val="F0E8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任意多边形 2"/>
          <p:cNvSpPr/>
          <p:nvPr>
            <p:custDataLst>
              <p:tags r:id="rId1"/>
            </p:custDataLst>
          </p:nvPr>
        </p:nvSpPr>
        <p:spPr>
          <a:xfrm>
            <a:off x="457200" y="561975"/>
            <a:ext cx="38100" cy="266700"/>
          </a:xfrm>
          <a:custGeom>
            <a:avLst/>
            <a:gdLst>
              <a:gd name="sw" fmla="*/ 1 w 60"/>
              <a:gd name="sh" fmla="*/ 1 h 420"/>
              <a:gd name="mins" fmla="min sw sh"/>
              <a:gd name="dsw" fmla="+- 0 sw mins"/>
              <a:gd name="dsh" fmla="+- 0 sh mins"/>
              <a:gd name="p0x0" fmla="*/ 30 w 60"/>
              <a:gd name="p0y0" fmla="*/ 0 h 420"/>
              <a:gd name="p0x1" fmla="*/ 46 w 60"/>
              <a:gd name="p0y1" fmla="*/ 0 h 420"/>
              <a:gd name="p0x2" fmla="*/ 60 w 60"/>
              <a:gd name="p0y2" fmla="*/ 13 h 420"/>
              <a:gd name="p0x3" fmla="*/ 60 w 60"/>
              <a:gd name="p0y3" fmla="*/ 30 h 420"/>
              <a:gd name="p0x4" fmla="*/ 60 w 60"/>
              <a:gd name="p0y4" fmla="*/ 390 h 420"/>
              <a:gd name="p0x5" fmla="*/ 60 w 60"/>
              <a:gd name="p0y5" fmla="*/ 406 h 420"/>
              <a:gd name="p0x6" fmla="*/ 46 w 60"/>
              <a:gd name="p0y6" fmla="*/ 420 h 420"/>
              <a:gd name="p0x7" fmla="*/ 30 w 60"/>
              <a:gd name="p0y7" fmla="*/ 420 h 420"/>
              <a:gd name="p0x8" fmla="*/ 13 w 60"/>
              <a:gd name="p0y8" fmla="*/ 420 h 420"/>
              <a:gd name="p0x9" fmla="*/ 0 w 60"/>
              <a:gd name="p0y9" fmla="*/ 406 h 420"/>
              <a:gd name="p0x10" fmla="*/ 0 w 60"/>
              <a:gd name="p0y10" fmla="*/ 390 h 420"/>
              <a:gd name="p0x11" fmla="*/ 0 w 60"/>
              <a:gd name="p0y11" fmla="*/ 30 h 420"/>
              <a:gd name="p0x12" fmla="*/ 0 w 60"/>
              <a:gd name="p0y12" fmla="*/ 13 h 420"/>
              <a:gd name="p0x13" fmla="*/ 13 w 60"/>
              <a:gd name="p0y13" fmla="*/ 0 h 420"/>
              <a:gd name="p0x14" fmla="*/ 30 w 60"/>
              <a:gd name="p0y14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5A62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609600" y="433388"/>
            <a:ext cx="4572000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30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4 </a:t>
            </a:r>
            <a:r>
              <a:rPr sz="30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现有方案不足与创新价值</a:t>
            </a:r>
            <a:endParaRPr sz="300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457200" y="995363"/>
            <a:ext cx="112776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spc="3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</a:rPr>
              <a:t>现有方案普遍存在</a:t>
            </a:r>
            <a:r>
              <a:rPr sz="1500" b="1" spc="3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数据实时性、缺乏业务闭环、</a:t>
            </a:r>
            <a:r>
              <a:rPr lang="zh-CN" sz="1500" b="1" spc="3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缺乏</a:t>
            </a:r>
            <a:r>
              <a:rPr sz="1500" b="1" spc="3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连续陪伴</a:t>
            </a:r>
            <a:r>
              <a:rPr sz="1500" spc="3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</a:rPr>
              <a:t>三大短板</a:t>
            </a:r>
            <a:endParaRPr sz="1500" spc="30">
              <a:solidFill>
                <a:srgbClr val="6A5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任意多边形 5"/>
          <p:cNvSpPr/>
          <p:nvPr>
            <p:custDataLst>
              <p:tags r:id="rId4"/>
            </p:custDataLst>
          </p:nvPr>
        </p:nvSpPr>
        <p:spPr>
          <a:xfrm>
            <a:off x="457200" y="1466850"/>
            <a:ext cx="5524500" cy="485775"/>
          </a:xfrm>
          <a:custGeom>
            <a:avLst/>
            <a:gdLst>
              <a:gd name="sw" fmla="*/ 1 w 8700"/>
              <a:gd name="sh" fmla="*/ 1 h 765"/>
              <a:gd name="mins" fmla="min sw sh"/>
              <a:gd name="dsw" fmla="+- 0 sw mins"/>
              <a:gd name="dsh" fmla="+- 0 sh mins"/>
              <a:gd name="p0x0" fmla="*/ 240 w 8700"/>
              <a:gd name="p0y0" fmla="*/ 0 h 765"/>
              <a:gd name="p0x1" fmla="*/ 8460 w 8700"/>
              <a:gd name="p0y1" fmla="*/ 0 h 765"/>
              <a:gd name="p0x2" fmla="*/ 8592 w 8700"/>
              <a:gd name="p0y2" fmla="*/ 0 h 765"/>
              <a:gd name="p0x3" fmla="*/ 8700 w 8700"/>
              <a:gd name="p0y3" fmla="*/ 107 h 765"/>
              <a:gd name="p0x4" fmla="*/ 8700 w 8700"/>
              <a:gd name="p0y4" fmla="*/ 240 h 765"/>
              <a:gd name="p0x5" fmla="*/ 8700 w 8700"/>
              <a:gd name="p0y5" fmla="*/ 525 h 765"/>
              <a:gd name="p0x6" fmla="*/ 8700 w 8700"/>
              <a:gd name="p0y6" fmla="*/ 657 h 765"/>
              <a:gd name="p0x7" fmla="*/ 8592 w 8700"/>
              <a:gd name="p0y7" fmla="*/ 765 h 765"/>
              <a:gd name="p0x8" fmla="*/ 8460 w 8700"/>
              <a:gd name="p0y8" fmla="*/ 765 h 765"/>
              <a:gd name="p0x9" fmla="*/ 240 w 8700"/>
              <a:gd name="p0y9" fmla="*/ 765 h 765"/>
              <a:gd name="p0x10" fmla="*/ 107 w 8700"/>
              <a:gd name="p0y10" fmla="*/ 765 h 765"/>
              <a:gd name="p0x11" fmla="*/ 0 w 8700"/>
              <a:gd name="p0y11" fmla="*/ 657 h 765"/>
              <a:gd name="p0x12" fmla="*/ 0 w 8700"/>
              <a:gd name="p0y12" fmla="*/ 525 h 765"/>
              <a:gd name="p0x13" fmla="*/ 0 w 8700"/>
              <a:gd name="p0y13" fmla="*/ 240 h 765"/>
              <a:gd name="p0x14" fmla="*/ 0 w 8700"/>
              <a:gd name="p0y14" fmla="*/ 107 h 765"/>
              <a:gd name="p0x15" fmla="*/ 107 w 8700"/>
              <a:gd name="p0y15" fmla="*/ 0 h 765"/>
              <a:gd name="p0x16" fmla="*/ 240 w 8700"/>
              <a:gd name="p0y16" fmla="*/ 0 h 7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E8C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571500" y="1526857"/>
            <a:ext cx="18669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</a:rPr>
              <a:t>现有方案局限</a:t>
            </a:r>
            <a:endParaRPr sz="2100" b="1">
              <a:solidFill>
                <a:srgbClr val="5A3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6"/>
            </p:custDataLst>
          </p:nvPr>
        </p:nvSpPr>
        <p:spPr>
          <a:xfrm>
            <a:off x="6210300" y="1466850"/>
            <a:ext cx="5524500" cy="485775"/>
          </a:xfrm>
          <a:custGeom>
            <a:avLst/>
            <a:gdLst>
              <a:gd name="sw" fmla="*/ 1 w 8700"/>
              <a:gd name="sh" fmla="*/ 1 h 765"/>
              <a:gd name="mins" fmla="min sw sh"/>
              <a:gd name="dsw" fmla="+- 0 sw mins"/>
              <a:gd name="dsh" fmla="+- 0 sh mins"/>
              <a:gd name="p0x0" fmla="*/ 240 w 8700"/>
              <a:gd name="p0y0" fmla="*/ 0 h 765"/>
              <a:gd name="p0x1" fmla="*/ 8460 w 8700"/>
              <a:gd name="p0y1" fmla="*/ 0 h 765"/>
              <a:gd name="p0x2" fmla="*/ 8592 w 8700"/>
              <a:gd name="p0y2" fmla="*/ 0 h 765"/>
              <a:gd name="p0x3" fmla="*/ 8700 w 8700"/>
              <a:gd name="p0y3" fmla="*/ 107 h 765"/>
              <a:gd name="p0x4" fmla="*/ 8700 w 8700"/>
              <a:gd name="p0y4" fmla="*/ 240 h 765"/>
              <a:gd name="p0x5" fmla="*/ 8700 w 8700"/>
              <a:gd name="p0y5" fmla="*/ 525 h 765"/>
              <a:gd name="p0x6" fmla="*/ 8700 w 8700"/>
              <a:gd name="p0y6" fmla="*/ 657 h 765"/>
              <a:gd name="p0x7" fmla="*/ 8592 w 8700"/>
              <a:gd name="p0y7" fmla="*/ 765 h 765"/>
              <a:gd name="p0x8" fmla="*/ 8460 w 8700"/>
              <a:gd name="p0y8" fmla="*/ 765 h 765"/>
              <a:gd name="p0x9" fmla="*/ 240 w 8700"/>
              <a:gd name="p0y9" fmla="*/ 765 h 765"/>
              <a:gd name="p0x10" fmla="*/ 107 w 8700"/>
              <a:gd name="p0y10" fmla="*/ 765 h 765"/>
              <a:gd name="p0x11" fmla="*/ 0 w 8700"/>
              <a:gd name="p0y11" fmla="*/ 657 h 765"/>
              <a:gd name="p0x12" fmla="*/ 0 w 8700"/>
              <a:gd name="p0y12" fmla="*/ 525 h 765"/>
              <a:gd name="p0x13" fmla="*/ 0 w 8700"/>
              <a:gd name="p0y13" fmla="*/ 240 h 765"/>
              <a:gd name="p0x14" fmla="*/ 0 w 8700"/>
              <a:gd name="p0y14" fmla="*/ 107 h 765"/>
              <a:gd name="p0x15" fmla="*/ 107 w 8700"/>
              <a:gd name="p0y15" fmla="*/ 0 h 765"/>
              <a:gd name="p0x16" fmla="*/ 240 w 8700"/>
              <a:gd name="p0y16" fmla="*/ 0 h 7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E8C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7"/>
            </p:custDataLst>
          </p:nvPr>
        </p:nvSpPr>
        <p:spPr>
          <a:xfrm>
            <a:off x="6324600" y="1526857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</a:rPr>
              <a:t>四大创新点</a:t>
            </a:r>
            <a:endParaRPr sz="2100" b="1">
              <a:solidFill>
                <a:srgbClr val="5A3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5190306" y="1588770"/>
            <a:ext cx="848544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1350">
                <a:solidFill>
                  <a:srgbClr val="5A3A0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</a:t>
            </a:r>
            <a:r>
              <a:rPr lang="zh-CN" sz="1350">
                <a:solidFill>
                  <a:srgbClr val="5A3A0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类方案</a:t>
            </a:r>
            <a:endParaRPr lang="zh-CN" sz="1350">
              <a:solidFill>
                <a:srgbClr val="5A3A0A">
                  <a:alpha val="75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/>
          <p:nvPr>
            <p:custDataLst>
              <p:tags r:id="rId9"/>
            </p:custDataLst>
          </p:nvPr>
        </p:nvSpPr>
        <p:spPr>
          <a:xfrm>
            <a:off x="461645" y="2071370"/>
            <a:ext cx="5514975" cy="4324350"/>
          </a:xfrm>
          <a:prstGeom prst="rect">
            <a:avLst/>
          </a:prstGeom>
          <a:solidFill>
            <a:srgbClr val="FEFCF9"/>
          </a:solidFill>
          <a:ln w="9525" cmpd="sng">
            <a:solidFill>
              <a:srgbClr val="F0E8DC"/>
            </a:solidFill>
            <a:prstDash val="solid"/>
          </a:ln>
          <a:effectLst>
            <a:outerShdw blurRad="42863" dist="9525" dir="5399999" algn="ctr" rotWithShape="0">
              <a:srgbClr val="5A3A0A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>
            <p:custDataLst>
              <p:tags r:id="rId10"/>
            </p:custDataLst>
          </p:nvPr>
        </p:nvSpPr>
        <p:spPr>
          <a:xfrm>
            <a:off x="657225" y="258635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E8C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11"/>
            </p:custDataLst>
          </p:nvPr>
        </p:nvSpPr>
        <p:spPr>
          <a:xfrm>
            <a:off x="801367" y="2655989"/>
            <a:ext cx="340366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65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65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12"/>
            </p:custDataLst>
          </p:nvPr>
        </p:nvSpPr>
        <p:spPr>
          <a:xfrm>
            <a:off x="1228725" y="2466918"/>
            <a:ext cx="455295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校园数据实时性有限</a:t>
            </a:r>
            <a:endParaRPr lang="zh-CN" altLang="en-US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3"/>
            </p:custDataLst>
          </p:nvPr>
        </p:nvSpPr>
        <p:spPr>
          <a:xfrm>
            <a:off x="1228725" y="2791720"/>
            <a:ext cx="455295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</a:rPr>
              <a:t>教师排班、预约状态等尚未与校方业务系统实时同步</a:t>
            </a:r>
            <a:endParaRPr lang="zh-CN" altLang="en-US" sz="1500">
              <a:solidFill>
                <a:srgbClr val="6A5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4"/>
            </p:custDataLst>
          </p:nvPr>
        </p:nvSpPr>
        <p:spPr>
          <a:xfrm>
            <a:off x="657225" y="354457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E8C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15"/>
            </p:custDataLst>
          </p:nvPr>
        </p:nvSpPr>
        <p:spPr>
          <a:xfrm>
            <a:off x="801367" y="3614147"/>
            <a:ext cx="340366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65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65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1228725" y="3425076"/>
            <a:ext cx="455295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专业效果验证仍不足</a:t>
            </a:r>
            <a:endParaRPr lang="zh-CN" altLang="en-US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7"/>
            </p:custDataLst>
          </p:nvPr>
        </p:nvSpPr>
        <p:spPr>
          <a:xfrm>
            <a:off x="1228725" y="3749878"/>
            <a:ext cx="455295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</a:rPr>
              <a:t>尚需专家评审与更大规模真实用户验证</a:t>
            </a:r>
            <a:endParaRPr lang="zh-CN" altLang="en-US" sz="1500">
              <a:solidFill>
                <a:srgbClr val="6A5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任意多边形 17"/>
          <p:cNvSpPr/>
          <p:nvPr>
            <p:custDataLst>
              <p:tags r:id="rId18"/>
            </p:custDataLst>
          </p:nvPr>
        </p:nvSpPr>
        <p:spPr>
          <a:xfrm>
            <a:off x="657225" y="450278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E8C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19"/>
            </p:custDataLst>
          </p:nvPr>
        </p:nvSpPr>
        <p:spPr>
          <a:xfrm>
            <a:off x="801367" y="4572295"/>
            <a:ext cx="340366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65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65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20"/>
            </p:custDataLst>
          </p:nvPr>
        </p:nvSpPr>
        <p:spPr>
          <a:xfrm>
            <a:off x="1228725" y="4383224"/>
            <a:ext cx="455295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固定问卷交互僵化</a:t>
            </a:r>
            <a:endParaRPr lang="zh-CN" altLang="en-US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21"/>
            </p:custDataLst>
          </p:nvPr>
        </p:nvSpPr>
        <p:spPr>
          <a:xfrm>
            <a:off x="1228725" y="4708027"/>
            <a:ext cx="455295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</a:rPr>
              <a:t>流程固定，难以处理中途转向和复杂对话场景</a:t>
            </a:r>
            <a:endParaRPr lang="zh-CN" altLang="en-US" sz="1500">
              <a:solidFill>
                <a:srgbClr val="6A5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任意多边形 21"/>
          <p:cNvSpPr/>
          <p:nvPr>
            <p:custDataLst>
              <p:tags r:id="rId22"/>
            </p:custDataLst>
          </p:nvPr>
        </p:nvSpPr>
        <p:spPr>
          <a:xfrm>
            <a:off x="657225" y="546100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E8C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801367" y="5530453"/>
            <a:ext cx="340366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65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165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28725" y="5341382"/>
            <a:ext cx="455295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缺乏连续陪伴</a:t>
            </a:r>
            <a:endParaRPr lang="zh-CN" altLang="en-US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25"/>
            </p:custDataLst>
          </p:nvPr>
        </p:nvSpPr>
        <p:spPr>
          <a:xfrm>
            <a:off x="1228725" y="5666105"/>
            <a:ext cx="4552950" cy="5937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</a:rPr>
              <a:t>单次咨询为主，难以延续用户困扰、情绪与测评状态</a:t>
            </a:r>
            <a:endParaRPr lang="zh-CN" altLang="en-US" sz="1500">
              <a:solidFill>
                <a:srgbClr val="6A5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26"/>
            </p:custDataLst>
          </p:nvPr>
        </p:nvSpPr>
        <p:spPr>
          <a:xfrm>
            <a:off x="10934624" y="1588770"/>
            <a:ext cx="857326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rgbClr val="5A3A0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创新价值</a:t>
            </a:r>
            <a:endParaRPr sz="1350">
              <a:solidFill>
                <a:srgbClr val="5A3A0A">
                  <a:alpha val="7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矩形 28"/>
          <p:cNvSpPr/>
          <p:nvPr>
            <p:custDataLst>
              <p:tags r:id="rId27"/>
            </p:custDataLst>
          </p:nvPr>
        </p:nvSpPr>
        <p:spPr>
          <a:xfrm>
            <a:off x="6214745" y="2071370"/>
            <a:ext cx="5514975" cy="4324350"/>
          </a:xfrm>
          <a:prstGeom prst="rect">
            <a:avLst/>
          </a:prstGeom>
          <a:solidFill>
            <a:srgbClr val="FEFCF9"/>
          </a:solidFill>
          <a:ln w="9525" cmpd="sng">
            <a:solidFill>
              <a:srgbClr val="F0E8DC"/>
            </a:solidFill>
            <a:prstDash val="solid"/>
          </a:ln>
          <a:effectLst>
            <a:outerShdw blurRad="42863" dist="9525" dir="5399999" algn="ctr" rotWithShape="0">
              <a:srgbClr val="5A3A0A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任意多边形 29"/>
          <p:cNvSpPr/>
          <p:nvPr>
            <p:custDataLst>
              <p:tags r:id="rId28"/>
            </p:custDataLst>
          </p:nvPr>
        </p:nvSpPr>
        <p:spPr>
          <a:xfrm>
            <a:off x="6410325" y="258635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5A62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>
            <p:custDataLst>
              <p:tags r:id="rId29"/>
            </p:custDataLst>
          </p:nvPr>
        </p:nvSpPr>
        <p:spPr>
          <a:xfrm>
            <a:off x="6554467" y="2655989"/>
            <a:ext cx="340367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30"/>
            </p:custDataLst>
          </p:nvPr>
        </p:nvSpPr>
        <p:spPr>
          <a:xfrm>
            <a:off x="6981825" y="2466918"/>
            <a:ext cx="455295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双层安全识别</a:t>
            </a:r>
            <a:endParaRPr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31"/>
            </p:custDataLst>
          </p:nvPr>
        </p:nvSpPr>
        <p:spPr>
          <a:xfrm>
            <a:off x="6981825" y="2791720"/>
            <a:ext cx="455295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</a:rPr>
              <a:t>危机关键词预检前置，避免高风险被延迟</a:t>
            </a:r>
            <a:endParaRPr sz="1500">
              <a:solidFill>
                <a:srgbClr val="6A5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32"/>
            </p:custDataLst>
          </p:nvPr>
        </p:nvSpPr>
        <p:spPr>
          <a:xfrm>
            <a:off x="6410325" y="354457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5A62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>
            <p:custDataLst>
              <p:tags r:id="rId33"/>
            </p:custDataLst>
          </p:nvPr>
        </p:nvSpPr>
        <p:spPr>
          <a:xfrm>
            <a:off x="6554467" y="3614147"/>
            <a:ext cx="340367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34"/>
            </p:custDataLst>
          </p:nvPr>
        </p:nvSpPr>
        <p:spPr>
          <a:xfrm>
            <a:off x="6981825" y="3425076"/>
            <a:ext cx="455295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“聊天</a:t>
            </a:r>
            <a:r>
              <a:rPr lang="en-US" altLang="zh-CN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状态机”混合架构</a:t>
            </a:r>
            <a:endParaRPr lang="zh-CN" altLang="en-US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35"/>
            </p:custDataLst>
          </p:nvPr>
        </p:nvSpPr>
        <p:spPr>
          <a:xfrm>
            <a:off x="6981825" y="3749878"/>
            <a:ext cx="4624235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模型自然交流</a:t>
            </a:r>
            <a:r>
              <a:rPr lang="en-US" altLang="zh-CN" sz="15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15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代码严格控制，兼顾温度与确定性</a:t>
            </a:r>
            <a:endParaRPr lang="zh-CN" altLang="en-US" sz="1500">
              <a:solidFill>
                <a:srgbClr val="6A5A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任意多边形 37"/>
          <p:cNvSpPr/>
          <p:nvPr>
            <p:custDataLst>
              <p:tags r:id="rId36"/>
            </p:custDataLst>
          </p:nvPr>
        </p:nvSpPr>
        <p:spPr>
          <a:xfrm>
            <a:off x="6410325" y="450278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5A62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>
            <p:custDataLst>
              <p:tags r:id="rId37"/>
            </p:custDataLst>
          </p:nvPr>
        </p:nvSpPr>
        <p:spPr>
          <a:xfrm>
            <a:off x="6554467" y="4572295"/>
            <a:ext cx="340367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>
            <p:custDataLst>
              <p:tags r:id="rId38"/>
            </p:custDataLst>
          </p:nvPr>
        </p:nvSpPr>
        <p:spPr>
          <a:xfrm>
            <a:off x="6981825" y="4383224"/>
            <a:ext cx="455295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校园场景一体化闭环</a:t>
            </a:r>
            <a:endParaRPr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本框 40"/>
          <p:cNvSpPr txBox="1"/>
          <p:nvPr>
            <p:custDataLst>
              <p:tags r:id="rId39"/>
            </p:custDataLst>
          </p:nvPr>
        </p:nvSpPr>
        <p:spPr>
          <a:xfrm>
            <a:off x="6981825" y="4708027"/>
            <a:ext cx="455295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</a:rPr>
              <a:t>陪伴、筛查、查询、匹配、转介整合至同一入口</a:t>
            </a:r>
            <a:endParaRPr sz="1500">
              <a:solidFill>
                <a:srgbClr val="6A5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任意多边形 41"/>
          <p:cNvSpPr/>
          <p:nvPr>
            <p:custDataLst>
              <p:tags r:id="rId40"/>
            </p:custDataLst>
          </p:nvPr>
        </p:nvSpPr>
        <p:spPr>
          <a:xfrm>
            <a:off x="6410325" y="546100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5A62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>
            <p:custDataLst>
              <p:tags r:id="rId41"/>
            </p:custDataLst>
          </p:nvPr>
        </p:nvSpPr>
        <p:spPr>
          <a:xfrm>
            <a:off x="6554467" y="5530453"/>
            <a:ext cx="340367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>
            <p:custDataLst>
              <p:tags r:id="rId42"/>
            </p:custDataLst>
          </p:nvPr>
        </p:nvSpPr>
        <p:spPr>
          <a:xfrm>
            <a:off x="6981825" y="5341382"/>
            <a:ext cx="455295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会话记忆与连续作答</a:t>
            </a:r>
            <a:endParaRPr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文本框 44"/>
          <p:cNvSpPr txBox="1"/>
          <p:nvPr>
            <p:custDataLst>
              <p:tags r:id="rId43"/>
            </p:custDataLst>
          </p:nvPr>
        </p:nvSpPr>
        <p:spPr>
          <a:xfrm>
            <a:off x="6981825" y="5666184"/>
            <a:ext cx="455295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</a:rPr>
              <a:t>记录情绪、困扰与测评答案，支持跨轮上下文</a:t>
            </a:r>
            <a:endParaRPr sz="1500">
              <a:solidFill>
                <a:srgbClr val="6A5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任意多边形 2"/>
          <p:cNvSpPr/>
          <p:nvPr>
            <p:custDataLst>
              <p:tags r:id="rId1"/>
            </p:custDataLst>
          </p:nvPr>
        </p:nvSpPr>
        <p:spPr>
          <a:xfrm>
            <a:off x="381000" y="409575"/>
            <a:ext cx="38100" cy="266700"/>
          </a:xfrm>
          <a:custGeom>
            <a:avLst/>
            <a:gdLst>
              <a:gd name="sw" fmla="*/ 1 w 60"/>
              <a:gd name="sh" fmla="*/ 1 h 420"/>
              <a:gd name="mins" fmla="min sw sh"/>
              <a:gd name="dsw" fmla="+- 0 sw mins"/>
              <a:gd name="dsh" fmla="+- 0 sh mins"/>
              <a:gd name="p0x0" fmla="*/ 30 w 60"/>
              <a:gd name="p0y0" fmla="*/ 0 h 420"/>
              <a:gd name="p0x1" fmla="*/ 46 w 60"/>
              <a:gd name="p0y1" fmla="*/ 0 h 420"/>
              <a:gd name="p0x2" fmla="*/ 60 w 60"/>
              <a:gd name="p0y2" fmla="*/ 13 h 420"/>
              <a:gd name="p0x3" fmla="*/ 60 w 60"/>
              <a:gd name="p0y3" fmla="*/ 30 h 420"/>
              <a:gd name="p0x4" fmla="*/ 60 w 60"/>
              <a:gd name="p0y4" fmla="*/ 390 h 420"/>
              <a:gd name="p0x5" fmla="*/ 60 w 60"/>
              <a:gd name="p0y5" fmla="*/ 406 h 420"/>
              <a:gd name="p0x6" fmla="*/ 46 w 60"/>
              <a:gd name="p0y6" fmla="*/ 420 h 420"/>
              <a:gd name="p0x7" fmla="*/ 30 w 60"/>
              <a:gd name="p0y7" fmla="*/ 420 h 420"/>
              <a:gd name="p0x8" fmla="*/ 13 w 60"/>
              <a:gd name="p0y8" fmla="*/ 420 h 420"/>
              <a:gd name="p0x9" fmla="*/ 0 w 60"/>
              <a:gd name="p0y9" fmla="*/ 406 h 420"/>
              <a:gd name="p0x10" fmla="*/ 0 w 60"/>
              <a:gd name="p0y10" fmla="*/ 390 h 420"/>
              <a:gd name="p0x11" fmla="*/ 0 w 60"/>
              <a:gd name="p0y11" fmla="*/ 30 h 420"/>
              <a:gd name="p0x12" fmla="*/ 0 w 60"/>
              <a:gd name="p0y12" fmla="*/ 13 h 420"/>
              <a:gd name="p0x13" fmla="*/ 13 w 60"/>
              <a:gd name="p0y13" fmla="*/ 0 h 420"/>
              <a:gd name="p0x14" fmla="*/ 30 w 60"/>
              <a:gd name="p0y14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5A62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533400" y="280988"/>
            <a:ext cx="2667000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30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5 </a:t>
            </a:r>
            <a:r>
              <a:rPr sz="30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五层架构设计</a:t>
            </a:r>
            <a:endParaRPr sz="300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381000" y="842010"/>
            <a:ext cx="1143000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 spc="27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</a:rPr>
              <a:t>系统采用五层分层架构，从交互入口到输出兜底，形成完整技术闭环</a:t>
            </a:r>
            <a:endParaRPr sz="1350" spc="27">
              <a:solidFill>
                <a:srgbClr val="6A5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任意多边形 5"/>
          <p:cNvSpPr/>
          <p:nvPr>
            <p:custDataLst>
              <p:tags r:id="rId4"/>
            </p:custDataLst>
          </p:nvPr>
        </p:nvSpPr>
        <p:spPr>
          <a:xfrm>
            <a:off x="385445" y="1288415"/>
            <a:ext cx="5981700" cy="5259705"/>
          </a:xfrm>
          <a:custGeom>
            <a:avLst/>
            <a:gdLst>
              <a:gd name="sw" fmla="*/ 1 w 9420"/>
              <a:gd name="sh" fmla="*/ 1 h 8283"/>
              <a:gd name="mins" fmla="min sw sh"/>
              <a:gd name="dsw" fmla="+- 0 sw mins"/>
              <a:gd name="dsh" fmla="+- 0 sh mins"/>
              <a:gd name="p0x0" fmla="*/ 120 w 9420"/>
              <a:gd name="p0y0" fmla="*/ 0 h 8283"/>
              <a:gd name="p0x1" fmla="*/ 9300 w 9420"/>
              <a:gd name="p0y1" fmla="*/ 0 h 8283"/>
              <a:gd name="p0x2" fmla="*/ 9366 w 9420"/>
              <a:gd name="p0y2" fmla="*/ 0 h 8283"/>
              <a:gd name="p0x3" fmla="*/ 9420 w 9420"/>
              <a:gd name="p0y3" fmla="*/ 53 h 8283"/>
              <a:gd name="p0x4" fmla="*/ 9420 w 9420"/>
              <a:gd name="p0y4" fmla="*/ 120 h 8283"/>
              <a:gd name="p0x5" fmla="*/ 9420 w 9420"/>
              <a:gd name="p0y5" fmla="*/ 8163 h 8283"/>
              <a:gd name="p0x6" fmla="*/ 9420 w 9420"/>
              <a:gd name="p0y6" fmla="*/ 8229 h 8283"/>
              <a:gd name="p0x7" fmla="*/ 9366 w 9420"/>
              <a:gd name="p0y7" fmla="*/ 8283 h 8283"/>
              <a:gd name="p0x8" fmla="*/ 9300 w 9420"/>
              <a:gd name="p0y8" fmla="*/ 8283 h 8283"/>
              <a:gd name="p0x9" fmla="*/ 120 w 9420"/>
              <a:gd name="p0y9" fmla="*/ 8283 h 8283"/>
              <a:gd name="p0x10" fmla="*/ 53 w 9420"/>
              <a:gd name="p0y10" fmla="*/ 8283 h 8283"/>
              <a:gd name="p0x11" fmla="*/ 0 w 9420"/>
              <a:gd name="p0y11" fmla="*/ 8229 h 8283"/>
              <a:gd name="p0x12" fmla="*/ 0 w 9420"/>
              <a:gd name="p0y12" fmla="*/ 8163 h 8283"/>
              <a:gd name="p0x13" fmla="*/ 0 w 9420"/>
              <a:gd name="p0y13" fmla="*/ 120 h 8283"/>
              <a:gd name="p0x14" fmla="*/ 0 w 9420"/>
              <a:gd name="p0y14" fmla="*/ 53 h 8283"/>
              <a:gd name="p0x15" fmla="*/ 53 w 9420"/>
              <a:gd name="p0y15" fmla="*/ 0 h 8283"/>
              <a:gd name="p0x16" fmla="*/ 120 w 9420"/>
              <a:gd name="p0y16" fmla="*/ 0 h 828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EFCF9"/>
          </a:solidFill>
          <a:ln w="9525" cmpd="sng">
            <a:solidFill>
              <a:srgbClr val="F0E8DC"/>
            </a:solidFill>
            <a:prstDash val="solid"/>
          </a:ln>
          <a:effectLst>
            <a:outerShdw blurRad="42863" dist="9525" dir="5399999" algn="ctr" rotWithShape="0">
              <a:srgbClr val="5A3A0A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55" name="组合 54"/>
          <p:cNvGrpSpPr/>
          <p:nvPr/>
        </p:nvGrpSpPr>
        <p:grpSpPr>
          <a:xfrm>
            <a:off x="581025" y="1445260"/>
            <a:ext cx="5590540" cy="381000"/>
            <a:chOff x="915" y="2276"/>
            <a:chExt cx="8804" cy="600"/>
          </a:xfrm>
        </p:grpSpPr>
        <p:sp>
          <p:nvSpPr>
            <p:cNvPr id="7" name="任意多边形 6"/>
            <p:cNvSpPr/>
            <p:nvPr>
              <p:custDataLst>
                <p:tags r:id="rId5"/>
              </p:custDataLst>
            </p:nvPr>
          </p:nvSpPr>
          <p:spPr>
            <a:xfrm>
              <a:off x="915" y="2276"/>
              <a:ext cx="8805" cy="600"/>
            </a:xfrm>
            <a:custGeom>
              <a:avLst/>
              <a:gdLst>
                <a:gd name="sw" fmla="*/ 1 w 8805"/>
                <a:gd name="sh" fmla="*/ 1 h 600"/>
                <a:gd name="mins" fmla="min sw sh"/>
                <a:gd name="dsw" fmla="+- 0 sw mins"/>
                <a:gd name="dsh" fmla="+- 0 sh mins"/>
                <a:gd name="p0x0" fmla="*/ 0 w 8805"/>
                <a:gd name="p0y0" fmla="*/ 0 h 600"/>
                <a:gd name="p0x1" fmla="*/ 8805 w 8805"/>
                <a:gd name="p0y1" fmla="*/ 0 h 600"/>
                <a:gd name="p0x2" fmla="*/ 8805 w 8805"/>
                <a:gd name="p0y2" fmla="*/ 600 h 600"/>
                <a:gd name="p0x3" fmla="*/ 0 w 8805"/>
                <a:gd name="p0y3" fmla="*/ 600 h 600"/>
                <a:gd name="p0x4" fmla="*/ 0 w 8805"/>
                <a:gd name="p0y4" fmla="*/ 0 h 60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任意多边形 7"/>
            <p:cNvSpPr/>
            <p:nvPr>
              <p:custDataLst>
                <p:tags r:id="rId6"/>
              </p:custDataLst>
            </p:nvPr>
          </p:nvSpPr>
          <p:spPr>
            <a:xfrm>
              <a:off x="915" y="2846"/>
              <a:ext cx="8805" cy="30"/>
            </a:xfrm>
            <a:custGeom>
              <a:avLst/>
              <a:gdLst>
                <a:gd name="sw" fmla="*/ 1 w 8805"/>
                <a:gd name="sh" fmla="*/ 1 h 30"/>
                <a:gd name="mins" fmla="min sw sh"/>
                <a:gd name="dsw" fmla="+- 0 sw mins"/>
                <a:gd name="dsh" fmla="+- 0 sh mins"/>
                <a:gd name="p0x0" fmla="*/ 8805 w 8805"/>
                <a:gd name="p0y0" fmla="*/ 30 h 30"/>
                <a:gd name="p0x1" fmla="*/ 0 w 8805"/>
                <a:gd name="p0y1" fmla="*/ 30 h 30"/>
                <a:gd name="p0x2" fmla="*/ 0 w 8805"/>
                <a:gd name="p0y2" fmla="*/ 0 h 30"/>
                <a:gd name="p0x3" fmla="*/ 8805 w 8805"/>
                <a:gd name="p0y3" fmla="*/ 0 h 30"/>
                <a:gd name="p0x4" fmla="*/ 8805 w 8805"/>
                <a:gd name="p0y4" fmla="*/ 30 h 3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5A62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0" name="文本框 9"/>
          <p:cNvSpPr txBox="1"/>
          <p:nvPr>
            <p:custDataLst>
              <p:tags r:id="rId7"/>
            </p:custDataLst>
          </p:nvPr>
        </p:nvSpPr>
        <p:spPr>
          <a:xfrm>
            <a:off x="581025" y="1430626"/>
            <a:ext cx="2434609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五层架构</a:t>
            </a:r>
            <a:r>
              <a:rPr lang="en-US" altLang="zh-CN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核心职责</a:t>
            </a:r>
            <a:endParaRPr lang="zh-CN" altLang="en-US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56" name="组合 55"/>
          <p:cNvGrpSpPr/>
          <p:nvPr/>
        </p:nvGrpSpPr>
        <p:grpSpPr>
          <a:xfrm>
            <a:off x="581025" y="1940560"/>
            <a:ext cx="5590540" cy="829310"/>
            <a:chOff x="915" y="3056"/>
            <a:chExt cx="8804" cy="1306"/>
          </a:xfrm>
        </p:grpSpPr>
        <p:sp>
          <p:nvSpPr>
            <p:cNvPr id="11" name="任意多边形 10"/>
            <p:cNvSpPr/>
            <p:nvPr>
              <p:custDataLst>
                <p:tags r:id="rId8"/>
              </p:custDataLst>
            </p:nvPr>
          </p:nvSpPr>
          <p:spPr>
            <a:xfrm>
              <a:off x="915" y="3056"/>
              <a:ext cx="8805" cy="1306"/>
            </a:xfrm>
            <a:custGeom>
              <a:avLst/>
              <a:gdLst>
                <a:gd name="sw" fmla="*/ 1 w 8805"/>
                <a:gd name="sh" fmla="*/ 1 h 1305"/>
                <a:gd name="mins" fmla="min sw sh"/>
                <a:gd name="dsw" fmla="+- 0 sw mins"/>
                <a:gd name="dsh" fmla="+- 0 sh mins"/>
                <a:gd name="p0x0" fmla="*/ 60 w 8805"/>
                <a:gd name="p0y0" fmla="*/ 0 h 1305"/>
                <a:gd name="p0x1" fmla="*/ 8745 w 8805"/>
                <a:gd name="p0y1" fmla="*/ 0 h 1305"/>
                <a:gd name="p0x2" fmla="*/ 8778 w 8805"/>
                <a:gd name="p0y2" fmla="*/ 0 h 1305"/>
                <a:gd name="p0x3" fmla="*/ 8805 w 8805"/>
                <a:gd name="p0y3" fmla="*/ 26 h 1305"/>
                <a:gd name="p0x4" fmla="*/ 8805 w 8805"/>
                <a:gd name="p0y4" fmla="*/ 60 h 1305"/>
                <a:gd name="p0x5" fmla="*/ 8805 w 8805"/>
                <a:gd name="p0y5" fmla="*/ 1245 h 1305"/>
                <a:gd name="p0x6" fmla="*/ 8805 w 8805"/>
                <a:gd name="p0y6" fmla="*/ 1278 h 1305"/>
                <a:gd name="p0x7" fmla="*/ 8778 w 8805"/>
                <a:gd name="p0y7" fmla="*/ 1305 h 1305"/>
                <a:gd name="p0x8" fmla="*/ 8745 w 8805"/>
                <a:gd name="p0y8" fmla="*/ 1305 h 1305"/>
                <a:gd name="p0x9" fmla="*/ 60 w 8805"/>
                <a:gd name="p0y9" fmla="*/ 1305 h 1305"/>
                <a:gd name="p0x10" fmla="*/ 26 w 8805"/>
                <a:gd name="p0y10" fmla="*/ 1305 h 1305"/>
                <a:gd name="p0x11" fmla="*/ 0 w 8805"/>
                <a:gd name="p0y11" fmla="*/ 1278 h 1305"/>
                <a:gd name="p0x12" fmla="*/ 0 w 8805"/>
                <a:gd name="p0y12" fmla="*/ 1245 h 1305"/>
                <a:gd name="p0x13" fmla="*/ 0 w 8805"/>
                <a:gd name="p0y13" fmla="*/ 60 h 1305"/>
                <a:gd name="p0x14" fmla="*/ 0 w 8805"/>
                <a:gd name="p0y14" fmla="*/ 26 h 1305"/>
                <a:gd name="p0x15" fmla="*/ 26 w 8805"/>
                <a:gd name="p0y15" fmla="*/ 0 h 1305"/>
                <a:gd name="p0x16" fmla="*/ 60 w 8805"/>
                <a:gd name="p0y16" fmla="*/ 0 h 130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DF2E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任意多边形 11"/>
            <p:cNvSpPr/>
            <p:nvPr>
              <p:custDataLst>
                <p:tags r:id="rId9"/>
              </p:custDataLst>
            </p:nvPr>
          </p:nvSpPr>
          <p:spPr>
            <a:xfrm>
              <a:off x="915" y="3056"/>
              <a:ext cx="60" cy="1306"/>
            </a:xfrm>
            <a:custGeom>
              <a:avLst/>
              <a:gdLst>
                <a:gd name="sw" fmla="*/ 1 w 60"/>
                <a:gd name="sh" fmla="*/ 1 h 1305"/>
                <a:gd name="mins" fmla="min sw sh"/>
                <a:gd name="dsw" fmla="+- 0 sw mins"/>
                <a:gd name="dsh" fmla="+- 0 sh mins"/>
                <a:gd name="p0x0" fmla="*/ 0 w 60"/>
                <a:gd name="p0y0" fmla="*/ 1245 h 1305"/>
                <a:gd name="p0x1" fmla="*/ 0 w 60"/>
                <a:gd name="p0y1" fmla="*/ 60 h 1305"/>
                <a:gd name="p0x2" fmla="*/ 0 w 60"/>
                <a:gd name="p0y2" fmla="*/ 26 h 1305"/>
                <a:gd name="p0x3" fmla="*/ 26 w 60"/>
                <a:gd name="p0y3" fmla="*/ 0 h 1305"/>
                <a:gd name="p0x4" fmla="*/ 60 w 60"/>
                <a:gd name="p0y4" fmla="*/ 0 h 1305"/>
                <a:gd name="p0x5" fmla="*/ 60 w 60"/>
                <a:gd name="p0y5" fmla="*/ 1245 h 1305"/>
                <a:gd name="p0x6" fmla="*/ 60 w 60"/>
                <a:gd name="p0y6" fmla="*/ 1305 h 1305"/>
                <a:gd name="p0x7" fmla="*/ 26 w 60"/>
                <a:gd name="p0y7" fmla="*/ 1305 h 1305"/>
                <a:gd name="p0x8" fmla="*/ 0 w 60"/>
                <a:gd name="p0y8" fmla="*/ 1278 h 1305"/>
                <a:gd name="p0x9" fmla="*/ 0 w 60"/>
                <a:gd name="p0y9" fmla="*/ 1245 h 130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close/>
                </a:path>
              </a:pathLst>
            </a:custGeom>
            <a:solidFill>
              <a:srgbClr val="F5A62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4" name="任意多边形 13"/>
          <p:cNvSpPr/>
          <p:nvPr>
            <p:custDataLst>
              <p:tags r:id="rId10"/>
            </p:custDataLst>
          </p:nvPr>
        </p:nvSpPr>
        <p:spPr>
          <a:xfrm>
            <a:off x="733425" y="218376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5A62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11"/>
            </p:custDataLst>
          </p:nvPr>
        </p:nvSpPr>
        <p:spPr>
          <a:xfrm>
            <a:off x="839467" y="2215163"/>
            <a:ext cx="340366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2"/>
            </p:custDataLst>
          </p:nvPr>
        </p:nvSpPr>
        <p:spPr>
          <a:xfrm>
            <a:off x="1190625" y="1998469"/>
            <a:ext cx="4867494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交互入口层</a:t>
            </a:r>
            <a:endParaRPr sz="150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3"/>
            </p:custDataLst>
          </p:nvPr>
        </p:nvSpPr>
        <p:spPr>
          <a:xfrm>
            <a:off x="1190625" y="2256120"/>
            <a:ext cx="4867494" cy="4514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35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开场说明、隐私提醒、</a:t>
            </a:r>
            <a:r>
              <a:rPr lang="en-US" altLang="zh-CN" sz="135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altLang="en-US" sz="135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个推荐问题、文本对话与回答后建议问题</a:t>
            </a:r>
            <a:endParaRPr lang="zh-CN" altLang="en-US" sz="1350">
              <a:solidFill>
                <a:srgbClr val="6A5A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57" name="组合 56"/>
          <p:cNvGrpSpPr/>
          <p:nvPr/>
        </p:nvGrpSpPr>
        <p:grpSpPr>
          <a:xfrm>
            <a:off x="581025" y="2846070"/>
            <a:ext cx="5590540" cy="829310"/>
            <a:chOff x="915" y="4482"/>
            <a:chExt cx="8804" cy="1306"/>
          </a:xfrm>
        </p:grpSpPr>
        <p:sp>
          <p:nvSpPr>
            <p:cNvPr id="18" name="任意多边形 17"/>
            <p:cNvSpPr/>
            <p:nvPr>
              <p:custDataLst>
                <p:tags r:id="rId14"/>
              </p:custDataLst>
            </p:nvPr>
          </p:nvSpPr>
          <p:spPr>
            <a:xfrm>
              <a:off x="915" y="4482"/>
              <a:ext cx="8805" cy="1306"/>
            </a:xfrm>
            <a:custGeom>
              <a:avLst/>
              <a:gdLst>
                <a:gd name="sw" fmla="*/ 1 w 8805"/>
                <a:gd name="sh" fmla="*/ 1 h 1305"/>
                <a:gd name="mins" fmla="min sw sh"/>
                <a:gd name="dsw" fmla="+- 0 sw mins"/>
                <a:gd name="dsh" fmla="+- 0 sh mins"/>
                <a:gd name="p0x0" fmla="*/ 60 w 8805"/>
                <a:gd name="p0y0" fmla="*/ 0 h 1305"/>
                <a:gd name="p0x1" fmla="*/ 8745 w 8805"/>
                <a:gd name="p0y1" fmla="*/ 0 h 1305"/>
                <a:gd name="p0x2" fmla="*/ 8778 w 8805"/>
                <a:gd name="p0y2" fmla="*/ 0 h 1305"/>
                <a:gd name="p0x3" fmla="*/ 8805 w 8805"/>
                <a:gd name="p0y3" fmla="*/ 26 h 1305"/>
                <a:gd name="p0x4" fmla="*/ 8805 w 8805"/>
                <a:gd name="p0y4" fmla="*/ 60 h 1305"/>
                <a:gd name="p0x5" fmla="*/ 8805 w 8805"/>
                <a:gd name="p0y5" fmla="*/ 1245 h 1305"/>
                <a:gd name="p0x6" fmla="*/ 8805 w 8805"/>
                <a:gd name="p0y6" fmla="*/ 1278 h 1305"/>
                <a:gd name="p0x7" fmla="*/ 8778 w 8805"/>
                <a:gd name="p0y7" fmla="*/ 1305 h 1305"/>
                <a:gd name="p0x8" fmla="*/ 8745 w 8805"/>
                <a:gd name="p0y8" fmla="*/ 1305 h 1305"/>
                <a:gd name="p0x9" fmla="*/ 60 w 8805"/>
                <a:gd name="p0y9" fmla="*/ 1305 h 1305"/>
                <a:gd name="p0x10" fmla="*/ 26 w 8805"/>
                <a:gd name="p0y10" fmla="*/ 1305 h 1305"/>
                <a:gd name="p0x11" fmla="*/ 0 w 8805"/>
                <a:gd name="p0y11" fmla="*/ 1278 h 1305"/>
                <a:gd name="p0x12" fmla="*/ 0 w 8805"/>
                <a:gd name="p0y12" fmla="*/ 1245 h 1305"/>
                <a:gd name="p0x13" fmla="*/ 0 w 8805"/>
                <a:gd name="p0y13" fmla="*/ 60 h 1305"/>
                <a:gd name="p0x14" fmla="*/ 0 w 8805"/>
                <a:gd name="p0y14" fmla="*/ 26 h 1305"/>
                <a:gd name="p0x15" fmla="*/ 26 w 8805"/>
                <a:gd name="p0y15" fmla="*/ 0 h 1305"/>
                <a:gd name="p0x16" fmla="*/ 60 w 8805"/>
                <a:gd name="p0y16" fmla="*/ 0 h 130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DF2E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任意多边形 18"/>
            <p:cNvSpPr/>
            <p:nvPr>
              <p:custDataLst>
                <p:tags r:id="rId15"/>
              </p:custDataLst>
            </p:nvPr>
          </p:nvSpPr>
          <p:spPr>
            <a:xfrm>
              <a:off x="915" y="4482"/>
              <a:ext cx="60" cy="1306"/>
            </a:xfrm>
            <a:custGeom>
              <a:avLst/>
              <a:gdLst>
                <a:gd name="sw" fmla="*/ 1 w 60"/>
                <a:gd name="sh" fmla="*/ 1 h 1305"/>
                <a:gd name="mins" fmla="min sw sh"/>
                <a:gd name="dsw" fmla="+- 0 sw mins"/>
                <a:gd name="dsh" fmla="+- 0 sh mins"/>
                <a:gd name="p0x0" fmla="*/ 0 w 60"/>
                <a:gd name="p0y0" fmla="*/ 1245 h 1305"/>
                <a:gd name="p0x1" fmla="*/ 0 w 60"/>
                <a:gd name="p0y1" fmla="*/ 60 h 1305"/>
                <a:gd name="p0x2" fmla="*/ 0 w 60"/>
                <a:gd name="p0y2" fmla="*/ 26 h 1305"/>
                <a:gd name="p0x3" fmla="*/ 26 w 60"/>
                <a:gd name="p0y3" fmla="*/ 0 h 1305"/>
                <a:gd name="p0x4" fmla="*/ 60 w 60"/>
                <a:gd name="p0y4" fmla="*/ 0 h 1305"/>
                <a:gd name="p0x5" fmla="*/ 60 w 60"/>
                <a:gd name="p0y5" fmla="*/ 1245 h 1305"/>
                <a:gd name="p0x6" fmla="*/ 60 w 60"/>
                <a:gd name="p0y6" fmla="*/ 1305 h 1305"/>
                <a:gd name="p0x7" fmla="*/ 26 w 60"/>
                <a:gd name="p0y7" fmla="*/ 1305 h 1305"/>
                <a:gd name="p0x8" fmla="*/ 0 w 60"/>
                <a:gd name="p0y8" fmla="*/ 1278 h 1305"/>
                <a:gd name="p0x9" fmla="*/ 0 w 60"/>
                <a:gd name="p0y9" fmla="*/ 1245 h 130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close/>
                </a:path>
              </a:pathLst>
            </a:custGeom>
            <a:solidFill>
              <a:srgbClr val="F5A62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1" name="任意多边形 20"/>
          <p:cNvSpPr/>
          <p:nvPr>
            <p:custDataLst>
              <p:tags r:id="rId16"/>
            </p:custDataLst>
          </p:nvPr>
        </p:nvSpPr>
        <p:spPr>
          <a:xfrm>
            <a:off x="733425" y="308927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5A62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17"/>
            </p:custDataLst>
          </p:nvPr>
        </p:nvSpPr>
        <p:spPr>
          <a:xfrm>
            <a:off x="839467" y="3120409"/>
            <a:ext cx="340366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18"/>
            </p:custDataLst>
          </p:nvPr>
        </p:nvSpPr>
        <p:spPr>
          <a:xfrm>
            <a:off x="1190625" y="2903715"/>
            <a:ext cx="4867494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安全控制层</a:t>
            </a:r>
            <a:endParaRPr sz="150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19"/>
            </p:custDataLst>
          </p:nvPr>
        </p:nvSpPr>
        <p:spPr>
          <a:xfrm>
            <a:off x="1190625" y="3161367"/>
            <a:ext cx="4867494" cy="4514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</a:rPr>
              <a:t>危机关键词预检、即时危险与高风险意图、固定安全话术、风险标签写入</a:t>
            </a:r>
            <a:endParaRPr sz="1350">
              <a:solidFill>
                <a:srgbClr val="6A5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8" name="组合 57"/>
          <p:cNvGrpSpPr/>
          <p:nvPr/>
        </p:nvGrpSpPr>
        <p:grpSpPr>
          <a:xfrm>
            <a:off x="581025" y="3751580"/>
            <a:ext cx="5590540" cy="828040"/>
            <a:chOff x="915" y="5908"/>
            <a:chExt cx="8804" cy="1304"/>
          </a:xfrm>
        </p:grpSpPr>
        <p:sp>
          <p:nvSpPr>
            <p:cNvPr id="25" name="任意多边形 24"/>
            <p:cNvSpPr/>
            <p:nvPr>
              <p:custDataLst>
                <p:tags r:id="rId20"/>
              </p:custDataLst>
            </p:nvPr>
          </p:nvSpPr>
          <p:spPr>
            <a:xfrm>
              <a:off x="915" y="5908"/>
              <a:ext cx="8805" cy="1305"/>
            </a:xfrm>
            <a:custGeom>
              <a:avLst/>
              <a:gdLst>
                <a:gd name="sw" fmla="*/ 1 w 8805"/>
                <a:gd name="sh" fmla="*/ 1 h 1305"/>
                <a:gd name="mins" fmla="min sw sh"/>
                <a:gd name="dsw" fmla="+- 0 sw mins"/>
                <a:gd name="dsh" fmla="+- 0 sh mins"/>
                <a:gd name="p0x0" fmla="*/ 60 w 8805"/>
                <a:gd name="p0y0" fmla="*/ 0 h 1305"/>
                <a:gd name="p0x1" fmla="*/ 8745 w 8805"/>
                <a:gd name="p0y1" fmla="*/ 0 h 1305"/>
                <a:gd name="p0x2" fmla="*/ 8778 w 8805"/>
                <a:gd name="p0y2" fmla="*/ 0 h 1305"/>
                <a:gd name="p0x3" fmla="*/ 8805 w 8805"/>
                <a:gd name="p0y3" fmla="*/ 26 h 1305"/>
                <a:gd name="p0x4" fmla="*/ 8805 w 8805"/>
                <a:gd name="p0y4" fmla="*/ 60 h 1305"/>
                <a:gd name="p0x5" fmla="*/ 8805 w 8805"/>
                <a:gd name="p0y5" fmla="*/ 1245 h 1305"/>
                <a:gd name="p0x6" fmla="*/ 8805 w 8805"/>
                <a:gd name="p0y6" fmla="*/ 1278 h 1305"/>
                <a:gd name="p0x7" fmla="*/ 8778 w 8805"/>
                <a:gd name="p0y7" fmla="*/ 1305 h 1305"/>
                <a:gd name="p0x8" fmla="*/ 8745 w 8805"/>
                <a:gd name="p0y8" fmla="*/ 1305 h 1305"/>
                <a:gd name="p0x9" fmla="*/ 60 w 8805"/>
                <a:gd name="p0y9" fmla="*/ 1305 h 1305"/>
                <a:gd name="p0x10" fmla="*/ 26 w 8805"/>
                <a:gd name="p0y10" fmla="*/ 1305 h 1305"/>
                <a:gd name="p0x11" fmla="*/ 0 w 8805"/>
                <a:gd name="p0y11" fmla="*/ 1278 h 1305"/>
                <a:gd name="p0x12" fmla="*/ 0 w 8805"/>
                <a:gd name="p0y12" fmla="*/ 1245 h 1305"/>
                <a:gd name="p0x13" fmla="*/ 0 w 8805"/>
                <a:gd name="p0y13" fmla="*/ 60 h 1305"/>
                <a:gd name="p0x14" fmla="*/ 0 w 8805"/>
                <a:gd name="p0y14" fmla="*/ 26 h 1305"/>
                <a:gd name="p0x15" fmla="*/ 26 w 8805"/>
                <a:gd name="p0y15" fmla="*/ 0 h 1305"/>
                <a:gd name="p0x16" fmla="*/ 60 w 8805"/>
                <a:gd name="p0y16" fmla="*/ 0 h 130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DF2E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6" name="任意多边形 25"/>
            <p:cNvSpPr/>
            <p:nvPr>
              <p:custDataLst>
                <p:tags r:id="rId21"/>
              </p:custDataLst>
            </p:nvPr>
          </p:nvSpPr>
          <p:spPr>
            <a:xfrm>
              <a:off x="915" y="5908"/>
              <a:ext cx="60" cy="1305"/>
            </a:xfrm>
            <a:custGeom>
              <a:avLst/>
              <a:gdLst>
                <a:gd name="sw" fmla="*/ 1 w 60"/>
                <a:gd name="sh" fmla="*/ 1 h 1305"/>
                <a:gd name="mins" fmla="min sw sh"/>
                <a:gd name="dsw" fmla="+- 0 sw mins"/>
                <a:gd name="dsh" fmla="+- 0 sh mins"/>
                <a:gd name="p0x0" fmla="*/ 0 w 60"/>
                <a:gd name="p0y0" fmla="*/ 1245 h 1305"/>
                <a:gd name="p0x1" fmla="*/ 0 w 60"/>
                <a:gd name="p0y1" fmla="*/ 60 h 1305"/>
                <a:gd name="p0x2" fmla="*/ 0 w 60"/>
                <a:gd name="p0y2" fmla="*/ 26 h 1305"/>
                <a:gd name="p0x3" fmla="*/ 26 w 60"/>
                <a:gd name="p0y3" fmla="*/ 0 h 1305"/>
                <a:gd name="p0x4" fmla="*/ 60 w 60"/>
                <a:gd name="p0y4" fmla="*/ 0 h 1305"/>
                <a:gd name="p0x5" fmla="*/ 60 w 60"/>
                <a:gd name="p0y5" fmla="*/ 1245 h 1305"/>
                <a:gd name="p0x6" fmla="*/ 60 w 60"/>
                <a:gd name="p0y6" fmla="*/ 1305 h 1305"/>
                <a:gd name="p0x7" fmla="*/ 26 w 60"/>
                <a:gd name="p0y7" fmla="*/ 1305 h 1305"/>
                <a:gd name="p0x8" fmla="*/ 0 w 60"/>
                <a:gd name="p0y8" fmla="*/ 1278 h 1305"/>
                <a:gd name="p0x9" fmla="*/ 0 w 60"/>
                <a:gd name="p0y9" fmla="*/ 1245 h 130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close/>
                </a:path>
              </a:pathLst>
            </a:custGeom>
            <a:solidFill>
              <a:srgbClr val="F5A62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8" name="任意多边形 27"/>
          <p:cNvSpPr/>
          <p:nvPr>
            <p:custDataLst>
              <p:tags r:id="rId22"/>
            </p:custDataLst>
          </p:nvPr>
        </p:nvSpPr>
        <p:spPr>
          <a:xfrm>
            <a:off x="733425" y="399415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5A62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>
            <p:custDataLst>
              <p:tags r:id="rId23"/>
            </p:custDataLst>
          </p:nvPr>
        </p:nvSpPr>
        <p:spPr>
          <a:xfrm>
            <a:off x="839467" y="4025655"/>
            <a:ext cx="340366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24"/>
            </p:custDataLst>
          </p:nvPr>
        </p:nvSpPr>
        <p:spPr>
          <a:xfrm>
            <a:off x="1190625" y="3808962"/>
            <a:ext cx="4867494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理解与路由层</a:t>
            </a:r>
            <a:endParaRPr sz="150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25"/>
            </p:custDataLst>
          </p:nvPr>
        </p:nvSpPr>
        <p:spPr>
          <a:xfrm>
            <a:off x="1190625" y="4066613"/>
            <a:ext cx="4867494" cy="4514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35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当前时间获取、</a:t>
            </a:r>
            <a:r>
              <a:rPr lang="en-US" altLang="zh-CN" sz="135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lang="zh-CN" altLang="en-US" sz="135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类意图识别、纠正语句理解、测评连续性规则和意图路由</a:t>
            </a:r>
            <a:endParaRPr lang="zh-CN" altLang="en-US" sz="1350">
              <a:solidFill>
                <a:srgbClr val="6A5A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581025" y="4656455"/>
            <a:ext cx="5590540" cy="829310"/>
            <a:chOff x="915" y="7333"/>
            <a:chExt cx="8804" cy="1306"/>
          </a:xfrm>
        </p:grpSpPr>
        <p:sp>
          <p:nvSpPr>
            <p:cNvPr id="32" name="任意多边形 31"/>
            <p:cNvSpPr/>
            <p:nvPr>
              <p:custDataLst>
                <p:tags r:id="rId26"/>
              </p:custDataLst>
            </p:nvPr>
          </p:nvSpPr>
          <p:spPr>
            <a:xfrm>
              <a:off x="915" y="7333"/>
              <a:ext cx="8805" cy="1306"/>
            </a:xfrm>
            <a:custGeom>
              <a:avLst/>
              <a:gdLst>
                <a:gd name="sw" fmla="*/ 1 w 8805"/>
                <a:gd name="sh" fmla="*/ 1 h 1305"/>
                <a:gd name="mins" fmla="min sw sh"/>
                <a:gd name="dsw" fmla="+- 0 sw mins"/>
                <a:gd name="dsh" fmla="+- 0 sh mins"/>
                <a:gd name="p0x0" fmla="*/ 60 w 8805"/>
                <a:gd name="p0y0" fmla="*/ 0 h 1305"/>
                <a:gd name="p0x1" fmla="*/ 8745 w 8805"/>
                <a:gd name="p0y1" fmla="*/ 0 h 1305"/>
                <a:gd name="p0x2" fmla="*/ 8778 w 8805"/>
                <a:gd name="p0y2" fmla="*/ 0 h 1305"/>
                <a:gd name="p0x3" fmla="*/ 8805 w 8805"/>
                <a:gd name="p0y3" fmla="*/ 26 h 1305"/>
                <a:gd name="p0x4" fmla="*/ 8805 w 8805"/>
                <a:gd name="p0y4" fmla="*/ 60 h 1305"/>
                <a:gd name="p0x5" fmla="*/ 8805 w 8805"/>
                <a:gd name="p0y5" fmla="*/ 1245 h 1305"/>
                <a:gd name="p0x6" fmla="*/ 8805 w 8805"/>
                <a:gd name="p0y6" fmla="*/ 1278 h 1305"/>
                <a:gd name="p0x7" fmla="*/ 8778 w 8805"/>
                <a:gd name="p0y7" fmla="*/ 1305 h 1305"/>
                <a:gd name="p0x8" fmla="*/ 8745 w 8805"/>
                <a:gd name="p0y8" fmla="*/ 1305 h 1305"/>
                <a:gd name="p0x9" fmla="*/ 60 w 8805"/>
                <a:gd name="p0y9" fmla="*/ 1305 h 1305"/>
                <a:gd name="p0x10" fmla="*/ 26 w 8805"/>
                <a:gd name="p0y10" fmla="*/ 1305 h 1305"/>
                <a:gd name="p0x11" fmla="*/ 0 w 8805"/>
                <a:gd name="p0y11" fmla="*/ 1278 h 1305"/>
                <a:gd name="p0x12" fmla="*/ 0 w 8805"/>
                <a:gd name="p0y12" fmla="*/ 1245 h 1305"/>
                <a:gd name="p0x13" fmla="*/ 0 w 8805"/>
                <a:gd name="p0y13" fmla="*/ 60 h 1305"/>
                <a:gd name="p0x14" fmla="*/ 0 w 8805"/>
                <a:gd name="p0y14" fmla="*/ 26 h 1305"/>
                <a:gd name="p0x15" fmla="*/ 26 w 8805"/>
                <a:gd name="p0y15" fmla="*/ 0 h 1305"/>
                <a:gd name="p0x16" fmla="*/ 60 w 8805"/>
                <a:gd name="p0y16" fmla="*/ 0 h 130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DF2E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3" name="任意多边形 32"/>
            <p:cNvSpPr/>
            <p:nvPr>
              <p:custDataLst>
                <p:tags r:id="rId27"/>
              </p:custDataLst>
            </p:nvPr>
          </p:nvSpPr>
          <p:spPr>
            <a:xfrm>
              <a:off x="915" y="7333"/>
              <a:ext cx="60" cy="1306"/>
            </a:xfrm>
            <a:custGeom>
              <a:avLst/>
              <a:gdLst>
                <a:gd name="sw" fmla="*/ 1 w 60"/>
                <a:gd name="sh" fmla="*/ 1 h 1305"/>
                <a:gd name="mins" fmla="min sw sh"/>
                <a:gd name="dsw" fmla="+- 0 sw mins"/>
                <a:gd name="dsh" fmla="+- 0 sh mins"/>
                <a:gd name="p0x0" fmla="*/ 0 w 60"/>
                <a:gd name="p0y0" fmla="*/ 1245 h 1305"/>
                <a:gd name="p0x1" fmla="*/ 0 w 60"/>
                <a:gd name="p0y1" fmla="*/ 60 h 1305"/>
                <a:gd name="p0x2" fmla="*/ 0 w 60"/>
                <a:gd name="p0y2" fmla="*/ 26 h 1305"/>
                <a:gd name="p0x3" fmla="*/ 26 w 60"/>
                <a:gd name="p0y3" fmla="*/ 0 h 1305"/>
                <a:gd name="p0x4" fmla="*/ 60 w 60"/>
                <a:gd name="p0y4" fmla="*/ 0 h 1305"/>
                <a:gd name="p0x5" fmla="*/ 60 w 60"/>
                <a:gd name="p0y5" fmla="*/ 1245 h 1305"/>
                <a:gd name="p0x6" fmla="*/ 60 w 60"/>
                <a:gd name="p0y6" fmla="*/ 1305 h 1305"/>
                <a:gd name="p0x7" fmla="*/ 26 w 60"/>
                <a:gd name="p0y7" fmla="*/ 1305 h 1305"/>
                <a:gd name="p0x8" fmla="*/ 0 w 60"/>
                <a:gd name="p0y8" fmla="*/ 1278 h 1305"/>
                <a:gd name="p0x9" fmla="*/ 0 w 60"/>
                <a:gd name="p0y9" fmla="*/ 1245 h 130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close/>
                </a:path>
              </a:pathLst>
            </a:custGeom>
            <a:solidFill>
              <a:srgbClr val="F5A62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5" name="任意多边形 34"/>
          <p:cNvSpPr/>
          <p:nvPr>
            <p:custDataLst>
              <p:tags r:id="rId28"/>
            </p:custDataLst>
          </p:nvPr>
        </p:nvSpPr>
        <p:spPr>
          <a:xfrm>
            <a:off x="733425" y="489966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5A62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>
            <p:custDataLst>
              <p:tags r:id="rId29"/>
            </p:custDataLst>
          </p:nvPr>
        </p:nvSpPr>
        <p:spPr>
          <a:xfrm>
            <a:off x="839467" y="4930902"/>
            <a:ext cx="340366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30"/>
            </p:custDataLst>
          </p:nvPr>
        </p:nvSpPr>
        <p:spPr>
          <a:xfrm>
            <a:off x="1190625" y="4714208"/>
            <a:ext cx="4867494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业务能力层</a:t>
            </a:r>
            <a:endParaRPr sz="150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31"/>
            </p:custDataLst>
          </p:nvPr>
        </p:nvSpPr>
        <p:spPr>
          <a:xfrm>
            <a:off x="1190625" y="4971859"/>
            <a:ext cx="4867494" cy="4514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35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统一对话</a:t>
            </a:r>
            <a:r>
              <a:rPr lang="en-US" altLang="zh-CN" sz="135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</a:t>
            </a:r>
            <a:r>
              <a:rPr lang="zh-CN" altLang="en-US" sz="135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、校园服务</a:t>
            </a:r>
            <a:r>
              <a:rPr lang="en-US" altLang="zh-CN" sz="135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</a:t>
            </a:r>
            <a:r>
              <a:rPr lang="zh-CN" altLang="en-US" sz="135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、知识库检索、老师查询代码、三套确定性状态机</a:t>
            </a:r>
            <a:endParaRPr lang="zh-CN" altLang="en-US" sz="1350">
              <a:solidFill>
                <a:srgbClr val="6A5A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60" name="组合 59"/>
          <p:cNvGrpSpPr/>
          <p:nvPr/>
        </p:nvGrpSpPr>
        <p:grpSpPr>
          <a:xfrm>
            <a:off x="581025" y="5561965"/>
            <a:ext cx="5590540" cy="828040"/>
            <a:chOff x="915" y="8759"/>
            <a:chExt cx="8804" cy="1304"/>
          </a:xfrm>
        </p:grpSpPr>
        <p:sp>
          <p:nvSpPr>
            <p:cNvPr id="39" name="任意多边形 38"/>
            <p:cNvSpPr/>
            <p:nvPr>
              <p:custDataLst>
                <p:tags r:id="rId32"/>
              </p:custDataLst>
            </p:nvPr>
          </p:nvSpPr>
          <p:spPr>
            <a:xfrm>
              <a:off x="915" y="8759"/>
              <a:ext cx="8805" cy="1305"/>
            </a:xfrm>
            <a:custGeom>
              <a:avLst/>
              <a:gdLst>
                <a:gd name="sw" fmla="*/ 1 w 8805"/>
                <a:gd name="sh" fmla="*/ 1 h 1305"/>
                <a:gd name="mins" fmla="min sw sh"/>
                <a:gd name="dsw" fmla="+- 0 sw mins"/>
                <a:gd name="dsh" fmla="+- 0 sh mins"/>
                <a:gd name="p0x0" fmla="*/ 60 w 8805"/>
                <a:gd name="p0y0" fmla="*/ 0 h 1305"/>
                <a:gd name="p0x1" fmla="*/ 8745 w 8805"/>
                <a:gd name="p0y1" fmla="*/ 0 h 1305"/>
                <a:gd name="p0x2" fmla="*/ 8778 w 8805"/>
                <a:gd name="p0y2" fmla="*/ 0 h 1305"/>
                <a:gd name="p0x3" fmla="*/ 8805 w 8805"/>
                <a:gd name="p0y3" fmla="*/ 26 h 1305"/>
                <a:gd name="p0x4" fmla="*/ 8805 w 8805"/>
                <a:gd name="p0y4" fmla="*/ 60 h 1305"/>
                <a:gd name="p0x5" fmla="*/ 8805 w 8805"/>
                <a:gd name="p0y5" fmla="*/ 1245 h 1305"/>
                <a:gd name="p0x6" fmla="*/ 8805 w 8805"/>
                <a:gd name="p0y6" fmla="*/ 1278 h 1305"/>
                <a:gd name="p0x7" fmla="*/ 8778 w 8805"/>
                <a:gd name="p0y7" fmla="*/ 1305 h 1305"/>
                <a:gd name="p0x8" fmla="*/ 8745 w 8805"/>
                <a:gd name="p0y8" fmla="*/ 1305 h 1305"/>
                <a:gd name="p0x9" fmla="*/ 60 w 8805"/>
                <a:gd name="p0y9" fmla="*/ 1305 h 1305"/>
                <a:gd name="p0x10" fmla="*/ 26 w 8805"/>
                <a:gd name="p0y10" fmla="*/ 1305 h 1305"/>
                <a:gd name="p0x11" fmla="*/ 0 w 8805"/>
                <a:gd name="p0y11" fmla="*/ 1278 h 1305"/>
                <a:gd name="p0x12" fmla="*/ 0 w 8805"/>
                <a:gd name="p0y12" fmla="*/ 1245 h 1305"/>
                <a:gd name="p0x13" fmla="*/ 0 w 8805"/>
                <a:gd name="p0y13" fmla="*/ 60 h 1305"/>
                <a:gd name="p0x14" fmla="*/ 0 w 8805"/>
                <a:gd name="p0y14" fmla="*/ 26 h 1305"/>
                <a:gd name="p0x15" fmla="*/ 26 w 8805"/>
                <a:gd name="p0y15" fmla="*/ 0 h 1305"/>
                <a:gd name="p0x16" fmla="*/ 60 w 8805"/>
                <a:gd name="p0y16" fmla="*/ 0 h 130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DF2E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0" name="任意多边形 39"/>
            <p:cNvSpPr/>
            <p:nvPr>
              <p:custDataLst>
                <p:tags r:id="rId33"/>
              </p:custDataLst>
            </p:nvPr>
          </p:nvSpPr>
          <p:spPr>
            <a:xfrm>
              <a:off x="915" y="8759"/>
              <a:ext cx="60" cy="1305"/>
            </a:xfrm>
            <a:custGeom>
              <a:avLst/>
              <a:gdLst>
                <a:gd name="sw" fmla="*/ 1 w 60"/>
                <a:gd name="sh" fmla="*/ 1 h 1305"/>
                <a:gd name="mins" fmla="min sw sh"/>
                <a:gd name="dsw" fmla="+- 0 sw mins"/>
                <a:gd name="dsh" fmla="+- 0 sh mins"/>
                <a:gd name="p0x0" fmla="*/ 0 w 60"/>
                <a:gd name="p0y0" fmla="*/ 1245 h 1305"/>
                <a:gd name="p0x1" fmla="*/ 0 w 60"/>
                <a:gd name="p0y1" fmla="*/ 60 h 1305"/>
                <a:gd name="p0x2" fmla="*/ 0 w 60"/>
                <a:gd name="p0y2" fmla="*/ 26 h 1305"/>
                <a:gd name="p0x3" fmla="*/ 26 w 60"/>
                <a:gd name="p0y3" fmla="*/ 0 h 1305"/>
                <a:gd name="p0x4" fmla="*/ 60 w 60"/>
                <a:gd name="p0y4" fmla="*/ 0 h 1305"/>
                <a:gd name="p0x5" fmla="*/ 60 w 60"/>
                <a:gd name="p0y5" fmla="*/ 1245 h 1305"/>
                <a:gd name="p0x6" fmla="*/ 60 w 60"/>
                <a:gd name="p0y6" fmla="*/ 1305 h 1305"/>
                <a:gd name="p0x7" fmla="*/ 26 w 60"/>
                <a:gd name="p0y7" fmla="*/ 1305 h 1305"/>
                <a:gd name="p0x8" fmla="*/ 0 w 60"/>
                <a:gd name="p0y8" fmla="*/ 1278 h 1305"/>
                <a:gd name="p0x9" fmla="*/ 0 w 60"/>
                <a:gd name="p0y9" fmla="*/ 1245 h 130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close/>
                </a:path>
              </a:pathLst>
            </a:custGeom>
            <a:solidFill>
              <a:srgbClr val="F5A62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2" name="任意多边形 41"/>
          <p:cNvSpPr/>
          <p:nvPr>
            <p:custDataLst>
              <p:tags r:id="rId34"/>
            </p:custDataLst>
          </p:nvPr>
        </p:nvSpPr>
        <p:spPr>
          <a:xfrm>
            <a:off x="733425" y="580517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5A62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>
            <p:custDataLst>
              <p:tags r:id="rId35"/>
            </p:custDataLst>
          </p:nvPr>
        </p:nvSpPr>
        <p:spPr>
          <a:xfrm>
            <a:off x="839467" y="5836148"/>
            <a:ext cx="340366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>
            <p:custDataLst>
              <p:tags r:id="rId36"/>
            </p:custDataLst>
          </p:nvPr>
        </p:nvSpPr>
        <p:spPr>
          <a:xfrm>
            <a:off x="1190625" y="5619455"/>
            <a:ext cx="4867494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记忆与状态层</a:t>
            </a:r>
            <a:endParaRPr sz="150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文本框 44"/>
          <p:cNvSpPr txBox="1"/>
          <p:nvPr>
            <p:custDataLst>
              <p:tags r:id="rId37"/>
            </p:custDataLst>
          </p:nvPr>
        </p:nvSpPr>
        <p:spPr>
          <a:xfrm>
            <a:off x="1190625" y="5877106"/>
            <a:ext cx="4867494" cy="4514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135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r>
              <a:rPr lang="zh-CN" sz="135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个会话变量：情绪、核心困扰、摘要、风险类型、测评进度、答案和打卡次数</a:t>
            </a:r>
            <a:endParaRPr lang="zh-CN" sz="1350">
              <a:solidFill>
                <a:srgbClr val="6A5A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任意多边形 45"/>
          <p:cNvSpPr/>
          <p:nvPr>
            <p:custDataLst>
              <p:tags r:id="rId38"/>
            </p:custDataLst>
          </p:nvPr>
        </p:nvSpPr>
        <p:spPr>
          <a:xfrm>
            <a:off x="6605270" y="1288415"/>
            <a:ext cx="5200650" cy="5259705"/>
          </a:xfrm>
          <a:custGeom>
            <a:avLst/>
            <a:gdLst>
              <a:gd name="sw" fmla="*/ 1 w 8189"/>
              <a:gd name="sh" fmla="*/ 1 h 8283"/>
              <a:gd name="mins" fmla="min sw sh"/>
              <a:gd name="dsw" fmla="+- 0 sw mins"/>
              <a:gd name="dsh" fmla="+- 0 sh mins"/>
              <a:gd name="p0x0" fmla="*/ 120 w 8189"/>
              <a:gd name="p0y0" fmla="*/ 0 h 8283"/>
              <a:gd name="p0x1" fmla="*/ 8069 w 8189"/>
              <a:gd name="p0y1" fmla="*/ 0 h 8283"/>
              <a:gd name="p0x2" fmla="*/ 8135 w 8189"/>
              <a:gd name="p0y2" fmla="*/ 0 h 8283"/>
              <a:gd name="p0x3" fmla="*/ 8189 w 8189"/>
              <a:gd name="p0y3" fmla="*/ 53 h 8283"/>
              <a:gd name="p0x4" fmla="*/ 8189 w 8189"/>
              <a:gd name="p0y4" fmla="*/ 120 h 8283"/>
              <a:gd name="p0x5" fmla="*/ 8189 w 8189"/>
              <a:gd name="p0y5" fmla="*/ 8163 h 8283"/>
              <a:gd name="p0x6" fmla="*/ 8189 w 8189"/>
              <a:gd name="p0y6" fmla="*/ 8229 h 8283"/>
              <a:gd name="p0x7" fmla="*/ 8135 w 8189"/>
              <a:gd name="p0y7" fmla="*/ 8283 h 8283"/>
              <a:gd name="p0x8" fmla="*/ 8069 w 8189"/>
              <a:gd name="p0y8" fmla="*/ 8283 h 8283"/>
              <a:gd name="p0x9" fmla="*/ 120 w 8189"/>
              <a:gd name="p0y9" fmla="*/ 8283 h 8283"/>
              <a:gd name="p0x10" fmla="*/ 53 w 8189"/>
              <a:gd name="p0y10" fmla="*/ 8283 h 8283"/>
              <a:gd name="p0x11" fmla="*/ 0 w 8189"/>
              <a:gd name="p0y11" fmla="*/ 8229 h 8283"/>
              <a:gd name="p0x12" fmla="*/ 0 w 8189"/>
              <a:gd name="p0y12" fmla="*/ 8163 h 8283"/>
              <a:gd name="p0x13" fmla="*/ 0 w 8189"/>
              <a:gd name="p0y13" fmla="*/ 120 h 8283"/>
              <a:gd name="p0x14" fmla="*/ 0 w 8189"/>
              <a:gd name="p0y14" fmla="*/ 53 h 8283"/>
              <a:gd name="p0x15" fmla="*/ 53 w 8189"/>
              <a:gd name="p0y15" fmla="*/ 0 h 8283"/>
              <a:gd name="p0x16" fmla="*/ 120 w 8189"/>
              <a:gd name="p0y16" fmla="*/ 0 h 828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EFCF9"/>
          </a:solidFill>
          <a:ln w="9525" cmpd="sng">
            <a:solidFill>
              <a:srgbClr val="F0E8DC"/>
            </a:solidFill>
            <a:prstDash val="solid"/>
          </a:ln>
          <a:effectLst>
            <a:outerShdw blurRad="42863" dist="9525" dir="5399999" algn="ctr" rotWithShape="0">
              <a:srgbClr val="5A3A0A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61" name="组合 60"/>
          <p:cNvGrpSpPr/>
          <p:nvPr/>
        </p:nvGrpSpPr>
        <p:grpSpPr>
          <a:xfrm>
            <a:off x="6800850" y="1445260"/>
            <a:ext cx="4809490" cy="381000"/>
            <a:chOff x="10710" y="2276"/>
            <a:chExt cx="7574" cy="600"/>
          </a:xfrm>
        </p:grpSpPr>
        <p:sp>
          <p:nvSpPr>
            <p:cNvPr id="47" name="任意多边形 46"/>
            <p:cNvSpPr/>
            <p:nvPr>
              <p:custDataLst>
                <p:tags r:id="rId39"/>
              </p:custDataLst>
            </p:nvPr>
          </p:nvSpPr>
          <p:spPr>
            <a:xfrm>
              <a:off x="10710" y="2276"/>
              <a:ext cx="7575" cy="600"/>
            </a:xfrm>
            <a:custGeom>
              <a:avLst/>
              <a:gdLst>
                <a:gd name="sw" fmla="*/ 1 w 7574"/>
                <a:gd name="sh" fmla="*/ 1 h 600"/>
                <a:gd name="mins" fmla="min sw sh"/>
                <a:gd name="dsw" fmla="+- 0 sw mins"/>
                <a:gd name="dsh" fmla="+- 0 sh mins"/>
                <a:gd name="p0x0" fmla="*/ 0 w 7574"/>
                <a:gd name="p0y0" fmla="*/ 0 h 600"/>
                <a:gd name="p0x1" fmla="*/ 7574 w 7574"/>
                <a:gd name="p0y1" fmla="*/ 0 h 600"/>
                <a:gd name="p0x2" fmla="*/ 7574 w 7574"/>
                <a:gd name="p0y2" fmla="*/ 600 h 600"/>
                <a:gd name="p0x3" fmla="*/ 0 w 7574"/>
                <a:gd name="p0y3" fmla="*/ 600 h 600"/>
                <a:gd name="p0x4" fmla="*/ 0 w 7574"/>
                <a:gd name="p0y4" fmla="*/ 0 h 60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8" name="任意多边形 47"/>
            <p:cNvSpPr/>
            <p:nvPr>
              <p:custDataLst>
                <p:tags r:id="rId40"/>
              </p:custDataLst>
            </p:nvPr>
          </p:nvSpPr>
          <p:spPr>
            <a:xfrm>
              <a:off x="10710" y="2846"/>
              <a:ext cx="7575" cy="30"/>
            </a:xfrm>
            <a:custGeom>
              <a:avLst/>
              <a:gdLst>
                <a:gd name="sw" fmla="*/ 1 w 7574"/>
                <a:gd name="sh" fmla="*/ 1 h 30"/>
                <a:gd name="mins" fmla="min sw sh"/>
                <a:gd name="dsw" fmla="+- 0 sw mins"/>
                <a:gd name="dsh" fmla="+- 0 sh mins"/>
                <a:gd name="p0x0" fmla="*/ 7574 w 7574"/>
                <a:gd name="p0y0" fmla="*/ 30 h 30"/>
                <a:gd name="p0x1" fmla="*/ 0 w 7574"/>
                <a:gd name="p0y1" fmla="*/ 30 h 30"/>
                <a:gd name="p0x2" fmla="*/ 0 w 7574"/>
                <a:gd name="p0y2" fmla="*/ 0 h 30"/>
                <a:gd name="p0x3" fmla="*/ 7574 w 7574"/>
                <a:gd name="p0y3" fmla="*/ 0 h 30"/>
                <a:gd name="p0x4" fmla="*/ 7574 w 7574"/>
                <a:gd name="p0y4" fmla="*/ 30 h 3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5A62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50" name="文本框 49"/>
          <p:cNvSpPr txBox="1"/>
          <p:nvPr>
            <p:custDataLst>
              <p:tags r:id="rId41"/>
            </p:custDataLst>
          </p:nvPr>
        </p:nvSpPr>
        <p:spPr>
          <a:xfrm>
            <a:off x="6801069" y="1430626"/>
            <a:ext cx="18288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节点类型与职责</a:t>
            </a:r>
            <a:endParaRPr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42"/>
            </p:custDataLst>
          </p:nvPr>
        </p:nvSpPr>
        <p:spPr>
          <a:xfrm>
            <a:off x="8515645" y="1488729"/>
            <a:ext cx="1478604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350">
                <a:solidFill>
                  <a:srgbClr val="8A7A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sz="1350">
                <a:solidFill>
                  <a:srgbClr val="8A7A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类节点分工协同</a:t>
            </a:r>
            <a:endParaRPr lang="zh-CN" sz="1350">
              <a:solidFill>
                <a:srgbClr val="8A7A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52" name="表格 51"/>
          <p:cNvGraphicFramePr/>
          <p:nvPr>
            <p:custDataLst>
              <p:tags r:id="rId43"/>
            </p:custDataLst>
          </p:nvPr>
        </p:nvGraphicFramePr>
        <p:xfrm>
          <a:off x="6800850" y="1940560"/>
          <a:ext cx="4809898" cy="3754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2961"/>
                <a:gridCol w="673372"/>
                <a:gridCol w="2693565"/>
              </a:tblGrid>
              <a:tr h="366712"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5A3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节点类型</a:t>
                      </a:r>
                      <a:endParaRPr sz="1350" b="1">
                        <a:solidFill>
                          <a:srgbClr val="5A3A0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8C3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350" b="1">
                          <a:solidFill>
                            <a:srgbClr val="5A3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数量</a:t>
                      </a:r>
                      <a:endParaRPr sz="1350" b="1">
                        <a:solidFill>
                          <a:srgbClr val="5A3A0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8C3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5A3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主要职责</a:t>
                      </a:r>
                      <a:endParaRPr sz="1350" b="1">
                        <a:solidFill>
                          <a:srgbClr val="5A3A0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8C3"/>
                    </a:solidFill>
                  </a:tcPr>
                </a:tc>
              </a:tr>
              <a:tr h="600149"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3A2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Code</a:t>
                      </a:r>
                      <a:endParaRPr sz="1350" b="1">
                        <a:solidFill>
                          <a:srgbClr val="3A2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8D8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200" b="1">
                          <a:solidFill>
                            <a:srgbClr val="5A3A0A"/>
                          </a:solidFill>
                          <a:highlight>
                            <a:srgbClr val="FDE8C3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sz="1200" b="1">
                        <a:solidFill>
                          <a:srgbClr val="5A3A0A"/>
                        </a:solidFill>
                        <a:highlight>
                          <a:srgbClr val="FDE8C3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8D8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6A5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时间、老师查询、三套状态机、输出整理和摘要处理</a:t>
                      </a:r>
                      <a:endParaRPr sz="1350" b="0">
                        <a:solidFill>
                          <a:srgbClr val="6A5A4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8D8C8"/>
                      </a:solidFill>
                      <a:prstDash val="solid"/>
                    </a:lnB>
                    <a:noFill/>
                  </a:tcPr>
                </a:tc>
              </a:tr>
              <a:tr h="605805"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3A2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Answer</a:t>
                      </a:r>
                      <a:endParaRPr sz="1350" b="1">
                        <a:solidFill>
                          <a:srgbClr val="3A2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E8D8C8"/>
                      </a:solidFill>
                      <a:prstDash val="solid"/>
                    </a:lnT>
                    <a:lnB w="9525">
                      <a:solidFill>
                        <a:srgbClr val="E8D8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200" b="1">
                          <a:solidFill>
                            <a:srgbClr val="5A3A0A"/>
                          </a:solidFill>
                          <a:highlight>
                            <a:srgbClr val="FDE8C3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sz="1200" b="1">
                        <a:solidFill>
                          <a:srgbClr val="5A3A0A"/>
                        </a:solidFill>
                        <a:highlight>
                          <a:srgbClr val="FDE8C3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E8D8C8"/>
                      </a:solidFill>
                      <a:prstDash val="solid"/>
                    </a:lnT>
                    <a:lnB w="9525">
                      <a:solidFill>
                        <a:srgbClr val="E8D8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6A5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输出不同分支结果及系统兜底话术</a:t>
                      </a:r>
                      <a:endParaRPr sz="1350" b="0">
                        <a:solidFill>
                          <a:srgbClr val="6A5A4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E8D8C8"/>
                      </a:solidFill>
                      <a:prstDash val="solid"/>
                    </a:lnT>
                    <a:lnB w="9525">
                      <a:solidFill>
                        <a:srgbClr val="E8D8C8"/>
                      </a:solidFill>
                      <a:prstDash val="solid"/>
                    </a:lnB>
                    <a:noFill/>
                  </a:tcPr>
                </a:tc>
              </a:tr>
              <a:tr h="605805"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3A2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Assigner</a:t>
                      </a:r>
                      <a:endParaRPr sz="1350" b="1">
                        <a:solidFill>
                          <a:srgbClr val="3A2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E8D8C8"/>
                      </a:solidFill>
                      <a:prstDash val="solid"/>
                    </a:lnT>
                    <a:lnB w="9525">
                      <a:solidFill>
                        <a:srgbClr val="E8D8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200" b="1">
                          <a:solidFill>
                            <a:srgbClr val="5A3A0A"/>
                          </a:solidFill>
                          <a:highlight>
                            <a:srgbClr val="FDE8C3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7</a:t>
                      </a:r>
                      <a:endParaRPr sz="1200" b="1">
                        <a:solidFill>
                          <a:srgbClr val="5A3A0A"/>
                        </a:solidFill>
                        <a:highlight>
                          <a:srgbClr val="FDE8C3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E8D8C8"/>
                      </a:solidFill>
                      <a:prstDash val="solid"/>
                    </a:lnT>
                    <a:lnB w="9525">
                      <a:solidFill>
                        <a:srgbClr val="E8D8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6A5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写入风险标签、测评进度、记忆和打卡次数</a:t>
                      </a:r>
                      <a:endParaRPr sz="1350" b="0">
                        <a:solidFill>
                          <a:srgbClr val="6A5A4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E8D8C8"/>
                      </a:solidFill>
                      <a:prstDash val="solid"/>
                    </a:lnT>
                    <a:lnB w="9525">
                      <a:solidFill>
                        <a:srgbClr val="E8D8C8"/>
                      </a:solidFill>
                      <a:prstDash val="solid"/>
                    </a:lnB>
                    <a:noFill/>
                  </a:tcPr>
                </a:tc>
              </a:tr>
              <a:tr h="605805"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3A2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LLM</a:t>
                      </a:r>
                      <a:endParaRPr sz="1350" b="1">
                        <a:solidFill>
                          <a:srgbClr val="3A2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E8D8C8"/>
                      </a:solidFill>
                      <a:prstDash val="solid"/>
                    </a:lnT>
                    <a:lnB w="9525">
                      <a:solidFill>
                        <a:srgbClr val="E8D8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200" b="1">
                          <a:solidFill>
                            <a:srgbClr val="5A3A0A"/>
                          </a:solidFill>
                          <a:highlight>
                            <a:srgbClr val="FDE8C3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sz="1200" b="1">
                        <a:solidFill>
                          <a:srgbClr val="5A3A0A"/>
                        </a:solidFill>
                        <a:highlight>
                          <a:srgbClr val="FDE8C3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E8D8C8"/>
                      </a:solidFill>
                      <a:prstDash val="solid"/>
                    </a:lnT>
                    <a:lnB w="9525">
                      <a:solidFill>
                        <a:srgbClr val="E8D8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6A5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普通情绪对话与校园服务自然语言生成</a:t>
                      </a:r>
                      <a:endParaRPr sz="1350" b="0">
                        <a:solidFill>
                          <a:srgbClr val="6A5A4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E8D8C8"/>
                      </a:solidFill>
                      <a:prstDash val="solid"/>
                    </a:lnT>
                    <a:lnB w="9525">
                      <a:solidFill>
                        <a:srgbClr val="E8D8C8"/>
                      </a:solidFill>
                      <a:prstDash val="solid"/>
                    </a:lnB>
                    <a:noFill/>
                  </a:tcPr>
                </a:tc>
              </a:tr>
              <a:tr h="605805"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3A2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Parameter Extractor</a:t>
                      </a:r>
                      <a:endParaRPr sz="1350" b="1">
                        <a:solidFill>
                          <a:srgbClr val="3A2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E8D8C8"/>
                      </a:solidFill>
                      <a:prstDash val="solid"/>
                    </a:lnT>
                    <a:lnB w="9525">
                      <a:solidFill>
                        <a:srgbClr val="E8D8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200" b="1">
                          <a:solidFill>
                            <a:srgbClr val="5A3A0A"/>
                          </a:solidFill>
                          <a:highlight>
                            <a:srgbClr val="FDE8C3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sz="1200" b="1">
                        <a:solidFill>
                          <a:srgbClr val="5A3A0A"/>
                        </a:solidFill>
                        <a:highlight>
                          <a:srgbClr val="FDE8C3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E8D8C8"/>
                      </a:solidFill>
                      <a:prstDash val="solid"/>
                    </a:lnT>
                    <a:lnB w="9525">
                      <a:solidFill>
                        <a:srgbClr val="E8D8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6A5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意图识别与对话记忆结构化提取</a:t>
                      </a:r>
                      <a:endParaRPr sz="1350" b="0">
                        <a:solidFill>
                          <a:srgbClr val="6A5A4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E8D8C8"/>
                      </a:solidFill>
                      <a:prstDash val="solid"/>
                    </a:lnT>
                    <a:lnB w="9525">
                      <a:solidFill>
                        <a:srgbClr val="E8D8C8"/>
                      </a:solidFill>
                      <a:prstDash val="solid"/>
                    </a:lnB>
                    <a:noFill/>
                  </a:tcPr>
                </a:tc>
              </a:tr>
              <a:tr h="364703"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3A2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If-Else</a:t>
                      </a:r>
                      <a:endParaRPr sz="1350" b="1">
                        <a:solidFill>
                          <a:srgbClr val="3A2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E8D8C8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200" b="1">
                          <a:solidFill>
                            <a:srgbClr val="5A3A0A"/>
                          </a:solidFill>
                          <a:highlight>
                            <a:srgbClr val="FDE8C3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sz="1200" b="1">
                        <a:solidFill>
                          <a:srgbClr val="5A3A0A"/>
                        </a:solidFill>
                        <a:highlight>
                          <a:srgbClr val="FDE8C3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E8D8C8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350" b="0">
                          <a:solidFill>
                            <a:srgbClr val="6A5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危机关键词预检与</a:t>
                      </a:r>
                      <a:r>
                        <a:rPr lang="en-US" altLang="zh-CN" sz="1350" b="0">
                          <a:solidFill>
                            <a:srgbClr val="6A5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</a:t>
                      </a:r>
                      <a:r>
                        <a:rPr lang="zh-CN" altLang="en-US" sz="1350" b="0">
                          <a:solidFill>
                            <a:srgbClr val="6A5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类意图路由</a:t>
                      </a:r>
                      <a:endParaRPr lang="zh-CN" altLang="en-US" sz="1350" b="0">
                        <a:solidFill>
                          <a:srgbClr val="6A5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E8D8C8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3" name="任意多边形 52"/>
          <p:cNvSpPr/>
          <p:nvPr>
            <p:custDataLst>
              <p:tags r:id="rId44"/>
            </p:custDataLst>
          </p:nvPr>
        </p:nvSpPr>
        <p:spPr>
          <a:xfrm>
            <a:off x="6800850" y="5810250"/>
            <a:ext cx="4810125" cy="581025"/>
          </a:xfrm>
          <a:custGeom>
            <a:avLst/>
            <a:gdLst>
              <a:gd name="sw" fmla="*/ 1 w 7574"/>
              <a:gd name="sh" fmla="*/ 1 h 915"/>
              <a:gd name="mins" fmla="min sw sh"/>
              <a:gd name="dsw" fmla="+- 0 sw mins"/>
              <a:gd name="dsh" fmla="+- 0 sh mins"/>
              <a:gd name="p0x0" fmla="*/ 60 w 7574"/>
              <a:gd name="p0y0" fmla="*/ 0 h 915"/>
              <a:gd name="p0x1" fmla="*/ 7514 w 7574"/>
              <a:gd name="p0y1" fmla="*/ 0 h 915"/>
              <a:gd name="p0x2" fmla="*/ 7547 w 7574"/>
              <a:gd name="p0y2" fmla="*/ 0 h 915"/>
              <a:gd name="p0x3" fmla="*/ 7574 w 7574"/>
              <a:gd name="p0y3" fmla="*/ 26 h 915"/>
              <a:gd name="p0x4" fmla="*/ 7574 w 7574"/>
              <a:gd name="p0y4" fmla="*/ 60 h 915"/>
              <a:gd name="p0x5" fmla="*/ 7574 w 7574"/>
              <a:gd name="p0y5" fmla="*/ 855 h 915"/>
              <a:gd name="p0x6" fmla="*/ 7574 w 7574"/>
              <a:gd name="p0y6" fmla="*/ 888 h 915"/>
              <a:gd name="p0x7" fmla="*/ 7547 w 7574"/>
              <a:gd name="p0y7" fmla="*/ 915 h 915"/>
              <a:gd name="p0x8" fmla="*/ 7514 w 7574"/>
              <a:gd name="p0y8" fmla="*/ 915 h 915"/>
              <a:gd name="p0x9" fmla="*/ 60 w 7574"/>
              <a:gd name="p0y9" fmla="*/ 915 h 915"/>
              <a:gd name="p0x10" fmla="*/ 26 w 7574"/>
              <a:gd name="p0y10" fmla="*/ 915 h 915"/>
              <a:gd name="p0x11" fmla="*/ 0 w 7574"/>
              <a:gd name="p0y11" fmla="*/ 888 h 915"/>
              <a:gd name="p0x12" fmla="*/ 0 w 7574"/>
              <a:gd name="p0y12" fmla="*/ 855 h 915"/>
              <a:gd name="p0x13" fmla="*/ 0 w 7574"/>
              <a:gd name="p0y13" fmla="*/ 60 h 915"/>
              <a:gd name="p0x14" fmla="*/ 0 w 7574"/>
              <a:gd name="p0y14" fmla="*/ 26 h 915"/>
              <a:gd name="p0x15" fmla="*/ 26 w 7574"/>
              <a:gd name="p0y15" fmla="*/ 0 h 915"/>
              <a:gd name="p0x16" fmla="*/ 60 w 7574"/>
              <a:gd name="p0y16" fmla="*/ 0 h 91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E8C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文本框 53"/>
          <p:cNvSpPr txBox="1"/>
          <p:nvPr>
            <p:custDataLst>
              <p:tags r:id="rId45"/>
            </p:custDataLst>
          </p:nvPr>
        </p:nvSpPr>
        <p:spPr>
          <a:xfrm>
            <a:off x="6985835" y="5872639"/>
            <a:ext cx="4440288" cy="4514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lang="zh-CN" altLang="en-US" sz="135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五层分层解耦</a:t>
            </a:r>
            <a:r>
              <a:rPr lang="en-US" altLang="zh-CN" sz="135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35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r>
              <a:rPr lang="en-US" altLang="zh-CN" sz="135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6</a:t>
            </a:r>
            <a:r>
              <a:rPr lang="zh-CN" altLang="en-US" sz="135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类节点协作，覆盖对话全链路处理与风险兜底</a:t>
            </a:r>
            <a:endParaRPr lang="zh-CN" altLang="en-US" sz="1350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任意多边形 2"/>
          <p:cNvSpPr/>
          <p:nvPr>
            <p:custDataLst>
              <p:tags r:id="rId1"/>
            </p:custDataLst>
          </p:nvPr>
        </p:nvSpPr>
        <p:spPr>
          <a:xfrm>
            <a:off x="457200" y="561975"/>
            <a:ext cx="38100" cy="266700"/>
          </a:xfrm>
          <a:custGeom>
            <a:avLst/>
            <a:gdLst>
              <a:gd name="sw" fmla="*/ 1 w 60"/>
              <a:gd name="sh" fmla="*/ 1 h 420"/>
              <a:gd name="mins" fmla="min sw sh"/>
              <a:gd name="dsw" fmla="+- 0 sw mins"/>
              <a:gd name="dsh" fmla="+- 0 sh mins"/>
              <a:gd name="p0x0" fmla="*/ 30 w 60"/>
              <a:gd name="p0y0" fmla="*/ 0 h 420"/>
              <a:gd name="p0x1" fmla="*/ 46 w 60"/>
              <a:gd name="p0y1" fmla="*/ 0 h 420"/>
              <a:gd name="p0x2" fmla="*/ 60 w 60"/>
              <a:gd name="p0y2" fmla="*/ 13 h 420"/>
              <a:gd name="p0x3" fmla="*/ 60 w 60"/>
              <a:gd name="p0y3" fmla="*/ 30 h 420"/>
              <a:gd name="p0x4" fmla="*/ 60 w 60"/>
              <a:gd name="p0y4" fmla="*/ 390 h 420"/>
              <a:gd name="p0x5" fmla="*/ 60 w 60"/>
              <a:gd name="p0y5" fmla="*/ 406 h 420"/>
              <a:gd name="p0x6" fmla="*/ 46 w 60"/>
              <a:gd name="p0y6" fmla="*/ 420 h 420"/>
              <a:gd name="p0x7" fmla="*/ 30 w 60"/>
              <a:gd name="p0y7" fmla="*/ 420 h 420"/>
              <a:gd name="p0x8" fmla="*/ 13 w 60"/>
              <a:gd name="p0y8" fmla="*/ 420 h 420"/>
              <a:gd name="p0x9" fmla="*/ 0 w 60"/>
              <a:gd name="p0y9" fmla="*/ 406 h 420"/>
              <a:gd name="p0x10" fmla="*/ 0 w 60"/>
              <a:gd name="p0y10" fmla="*/ 390 h 420"/>
              <a:gd name="p0x11" fmla="*/ 0 w 60"/>
              <a:gd name="p0y11" fmla="*/ 30 h 420"/>
              <a:gd name="p0x12" fmla="*/ 0 w 60"/>
              <a:gd name="p0y12" fmla="*/ 13 h 420"/>
              <a:gd name="p0x13" fmla="*/ 13 w 60"/>
              <a:gd name="p0y13" fmla="*/ 0 h 420"/>
              <a:gd name="p0x14" fmla="*/ 30 w 60"/>
              <a:gd name="p0y14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5A62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647700" y="433388"/>
            <a:ext cx="3429000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30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6 </a:t>
            </a:r>
            <a:r>
              <a:rPr sz="30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八类意图路由设计</a:t>
            </a:r>
            <a:endParaRPr sz="300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647700" y="1033463"/>
            <a:ext cx="110871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 spc="3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系统设计了</a:t>
            </a:r>
            <a:r>
              <a:rPr lang="en-US" altLang="zh-CN" sz="1500" spc="3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500" b="1" spc="30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 </a:t>
            </a:r>
            <a:r>
              <a:rPr lang="zh-CN" altLang="en-US" sz="1500" b="1" spc="30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类意图</a:t>
            </a:r>
            <a:r>
              <a:rPr sz="1500" spc="3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</a:rPr>
              <a:t>，覆盖从安全危机到日常心情打卡的完整业务场景</a:t>
            </a:r>
            <a:endParaRPr sz="1500" spc="30">
              <a:solidFill>
                <a:srgbClr val="6A5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任意多边形 5"/>
          <p:cNvSpPr/>
          <p:nvPr>
            <p:custDataLst>
              <p:tags r:id="rId4"/>
            </p:custDataLst>
          </p:nvPr>
        </p:nvSpPr>
        <p:spPr>
          <a:xfrm>
            <a:off x="461645" y="1509395"/>
            <a:ext cx="11268075" cy="3990975"/>
          </a:xfrm>
          <a:custGeom>
            <a:avLst/>
            <a:gdLst>
              <a:gd name="sw" fmla="*/ 1 w 17745"/>
              <a:gd name="sh" fmla="*/ 1 h 6285"/>
              <a:gd name="mins" fmla="min sw sh"/>
              <a:gd name="dsw" fmla="+- 0 sw mins"/>
              <a:gd name="dsh" fmla="+- 0 sh mins"/>
              <a:gd name="p0x0" fmla="*/ 240 w 17745"/>
              <a:gd name="p0y0" fmla="*/ 0 h 6285"/>
              <a:gd name="p0x1" fmla="*/ 17505 w 17745"/>
              <a:gd name="p0y1" fmla="*/ 0 h 6285"/>
              <a:gd name="p0x2" fmla="*/ 17637 w 17745"/>
              <a:gd name="p0y2" fmla="*/ 0 h 6285"/>
              <a:gd name="p0x3" fmla="*/ 17745 w 17745"/>
              <a:gd name="p0y3" fmla="*/ 107 h 6285"/>
              <a:gd name="p0x4" fmla="*/ 17745 w 17745"/>
              <a:gd name="p0y4" fmla="*/ 240 h 6285"/>
              <a:gd name="p0x5" fmla="*/ 17745 w 17745"/>
              <a:gd name="p0y5" fmla="*/ 6045 h 6285"/>
              <a:gd name="p0x6" fmla="*/ 17745 w 17745"/>
              <a:gd name="p0y6" fmla="*/ 6177 h 6285"/>
              <a:gd name="p0x7" fmla="*/ 17637 w 17745"/>
              <a:gd name="p0y7" fmla="*/ 6285 h 6285"/>
              <a:gd name="p0x8" fmla="*/ 17505 w 17745"/>
              <a:gd name="p0y8" fmla="*/ 6285 h 6285"/>
              <a:gd name="p0x9" fmla="*/ 240 w 17745"/>
              <a:gd name="p0y9" fmla="*/ 6285 h 6285"/>
              <a:gd name="p0x10" fmla="*/ 107 w 17745"/>
              <a:gd name="p0y10" fmla="*/ 6285 h 6285"/>
              <a:gd name="p0x11" fmla="*/ 0 w 17745"/>
              <a:gd name="p0y11" fmla="*/ 6177 h 6285"/>
              <a:gd name="p0x12" fmla="*/ 0 w 17745"/>
              <a:gd name="p0y12" fmla="*/ 6045 h 6285"/>
              <a:gd name="p0x13" fmla="*/ 0 w 17745"/>
              <a:gd name="p0y13" fmla="*/ 240 h 6285"/>
              <a:gd name="p0x14" fmla="*/ 0 w 17745"/>
              <a:gd name="p0y14" fmla="*/ 107 h 6285"/>
              <a:gd name="p0x15" fmla="*/ 107 w 17745"/>
              <a:gd name="p0y15" fmla="*/ 0 h 6285"/>
              <a:gd name="p0x16" fmla="*/ 240 w 17745"/>
              <a:gd name="p0y16" fmla="*/ 0 h 62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EFCF9"/>
          </a:solidFill>
          <a:ln w="9525" cmpd="sng">
            <a:solidFill>
              <a:srgbClr val="F0E8DC"/>
            </a:solidFill>
            <a:prstDash val="solid"/>
          </a:ln>
          <a:effectLst>
            <a:outerShdw blurRad="42863" dist="9525" dir="5399999" algn="ctr" rotWithShape="0">
              <a:srgbClr val="5A3A0A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83" name="组合 82"/>
          <p:cNvGrpSpPr/>
          <p:nvPr/>
        </p:nvGrpSpPr>
        <p:grpSpPr>
          <a:xfrm>
            <a:off x="466725" y="1514475"/>
            <a:ext cx="11258550" cy="600075"/>
            <a:chOff x="735" y="2385"/>
            <a:chExt cx="17730" cy="945"/>
          </a:xfrm>
        </p:grpSpPr>
        <p:sp>
          <p:nvSpPr>
            <p:cNvPr id="7" name="任意多边形 6"/>
            <p:cNvSpPr/>
            <p:nvPr>
              <p:custDataLst>
                <p:tags r:id="rId5"/>
              </p:custDataLst>
            </p:nvPr>
          </p:nvSpPr>
          <p:spPr>
            <a:xfrm>
              <a:off x="735" y="2385"/>
              <a:ext cx="17730" cy="945"/>
            </a:xfrm>
            <a:custGeom>
              <a:avLst/>
              <a:gdLst>
                <a:gd name="sw" fmla="*/ 1 w 17730"/>
                <a:gd name="sh" fmla="*/ 1 h 945"/>
                <a:gd name="mins" fmla="min sw sh"/>
                <a:gd name="dsw" fmla="+- 0 sw mins"/>
                <a:gd name="dsh" fmla="+- 0 sh mins"/>
                <a:gd name="p0x0" fmla="*/ 0 w 17730"/>
                <a:gd name="p0y0" fmla="*/ 0 h 945"/>
                <a:gd name="p0x1" fmla="*/ 17730 w 17730"/>
                <a:gd name="p0y1" fmla="*/ 0 h 945"/>
                <a:gd name="p0x2" fmla="*/ 17730 w 17730"/>
                <a:gd name="p0y2" fmla="*/ 945 h 945"/>
                <a:gd name="p0x3" fmla="*/ 0 w 17730"/>
                <a:gd name="p0y3" fmla="*/ 945 h 945"/>
                <a:gd name="p0x4" fmla="*/ 0 w 17730"/>
                <a:gd name="p0y4" fmla="*/ 0 h 945"/>
              </a:gdLst>
              <a:ahLst/>
              <a:cxnLst/>
              <a:pathLst>
                <a:path w="17730" h="945">
                  <a:moveTo>
                    <a:pt x="240" y="0"/>
                  </a:moveTo>
                  <a:lnTo>
                    <a:pt x="17490" y="0"/>
                  </a:lnTo>
                  <a:cubicBezTo>
                    <a:pt x="17623" y="0"/>
                    <a:pt x="17730" y="107"/>
                    <a:pt x="17730" y="240"/>
                  </a:cubicBezTo>
                  <a:lnTo>
                    <a:pt x="17730" y="945"/>
                  </a:lnTo>
                  <a:lnTo>
                    <a:pt x="0" y="945"/>
                  </a:lnTo>
                  <a:lnTo>
                    <a:pt x="0" y="240"/>
                  </a:lnTo>
                  <a:cubicBezTo>
                    <a:pt x="0" y="107"/>
                    <a:pt x="107" y="0"/>
                    <a:pt x="240" y="0"/>
                  </a:cubicBezTo>
                  <a:close/>
                </a:path>
              </a:pathLst>
            </a:custGeom>
            <a:gradFill>
              <a:gsLst>
                <a:gs pos="0">
                  <a:srgbClr val="FDE8C3"/>
                </a:gs>
                <a:gs pos="100000">
                  <a:srgbClr val="FBF5ED"/>
                </a:gs>
              </a:gsLst>
              <a:lin ang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8" name="任意多边形 7"/>
            <p:cNvSpPr/>
            <p:nvPr>
              <p:custDataLst>
                <p:tags r:id="rId6"/>
              </p:custDataLst>
            </p:nvPr>
          </p:nvSpPr>
          <p:spPr>
            <a:xfrm>
              <a:off x="735" y="3300"/>
              <a:ext cx="17730" cy="30"/>
            </a:xfrm>
            <a:custGeom>
              <a:avLst/>
              <a:gdLst>
                <a:gd name="sw" fmla="*/ 1 w 17730"/>
                <a:gd name="sh" fmla="*/ 1 h 30"/>
                <a:gd name="mins" fmla="min sw sh"/>
                <a:gd name="dsw" fmla="+- 0 sw mins"/>
                <a:gd name="dsh" fmla="+- 0 sh mins"/>
                <a:gd name="p0x0" fmla="*/ 17730 w 17730"/>
                <a:gd name="p0y0" fmla="*/ 30 h 30"/>
                <a:gd name="p0x1" fmla="*/ 0 w 17730"/>
                <a:gd name="p0y1" fmla="*/ 30 h 30"/>
                <a:gd name="p0x2" fmla="*/ 0 w 17730"/>
                <a:gd name="p0y2" fmla="*/ 0 h 30"/>
                <a:gd name="p0x3" fmla="*/ 17730 w 17730"/>
                <a:gd name="p0y3" fmla="*/ 0 h 30"/>
                <a:gd name="p0x4" fmla="*/ 17730 w 17730"/>
                <a:gd name="p0y4" fmla="*/ 30 h 30"/>
              </a:gdLst>
              <a:ahLst/>
              <a:cxnLst/>
              <a:pathLst>
                <a:path w="17730" h="30">
                  <a:moveTo>
                    <a:pt x="17730" y="0"/>
                  </a:moveTo>
                  <a:lnTo>
                    <a:pt x="17730" y="30"/>
                  </a:lnTo>
                  <a:lnTo>
                    <a:pt x="0" y="30"/>
                  </a:lnTo>
                  <a:lnTo>
                    <a:pt x="0" y="0"/>
                  </a:lnTo>
                  <a:lnTo>
                    <a:pt x="17730" y="0"/>
                  </a:lnTo>
                  <a:close/>
                </a:path>
              </a:pathLst>
            </a:custGeom>
            <a:solidFill>
              <a:srgbClr val="D8C8B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</p:grpSp>
      <p:sp>
        <p:nvSpPr>
          <p:cNvPr id="10" name="文本框 9"/>
          <p:cNvSpPr txBox="1"/>
          <p:nvPr>
            <p:custDataLst>
              <p:tags r:id="rId7"/>
            </p:custDataLst>
          </p:nvPr>
        </p:nvSpPr>
        <p:spPr>
          <a:xfrm>
            <a:off x="657225" y="1628775"/>
            <a:ext cx="2996508" cy="3524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21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意图</a:t>
            </a:r>
            <a:endParaRPr sz="210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8"/>
            </p:custDataLst>
          </p:nvPr>
        </p:nvSpPr>
        <p:spPr>
          <a:xfrm>
            <a:off x="4034733" y="1628775"/>
            <a:ext cx="3496942" cy="3524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21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功能含义</a:t>
            </a:r>
            <a:endParaRPr sz="210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9"/>
            </p:custDataLst>
          </p:nvPr>
        </p:nvSpPr>
        <p:spPr>
          <a:xfrm>
            <a:off x="7912674" y="1628775"/>
            <a:ext cx="3622034" cy="3524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21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处理方式</a:t>
            </a:r>
            <a:endParaRPr sz="210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84" name="组合 83"/>
          <p:cNvGrpSpPr/>
          <p:nvPr/>
        </p:nvGrpSpPr>
        <p:grpSpPr>
          <a:xfrm>
            <a:off x="466725" y="2114550"/>
            <a:ext cx="11258550" cy="422910"/>
            <a:chOff x="735" y="3330"/>
            <a:chExt cx="17730" cy="666"/>
          </a:xfrm>
        </p:grpSpPr>
        <p:sp>
          <p:nvSpPr>
            <p:cNvPr id="13" name="任意多边形 12"/>
            <p:cNvSpPr/>
            <p:nvPr>
              <p:custDataLst>
                <p:tags r:id="rId10"/>
              </p:custDataLst>
            </p:nvPr>
          </p:nvSpPr>
          <p:spPr>
            <a:xfrm>
              <a:off x="735" y="3330"/>
              <a:ext cx="17730" cy="667"/>
            </a:xfrm>
            <a:custGeom>
              <a:avLst/>
              <a:gdLst>
                <a:gd name="sw" fmla="*/ 1 w 17730"/>
                <a:gd name="sh" fmla="*/ 1 h 667"/>
                <a:gd name="mins" fmla="min sw sh"/>
                <a:gd name="dsw" fmla="+- 0 sw mins"/>
                <a:gd name="dsh" fmla="+- 0 sh mins"/>
                <a:gd name="p0x0" fmla="*/ 0 w 17730"/>
                <a:gd name="p0y0" fmla="*/ 0 h 667"/>
                <a:gd name="p0x1" fmla="*/ 17730 w 17730"/>
                <a:gd name="p0y1" fmla="*/ 0 h 667"/>
                <a:gd name="p0x2" fmla="*/ 17730 w 17730"/>
                <a:gd name="p0y2" fmla="*/ 667 h 667"/>
                <a:gd name="p0x3" fmla="*/ 0 w 17730"/>
                <a:gd name="p0y3" fmla="*/ 667 h 667"/>
                <a:gd name="p0x4" fmla="*/ 0 w 17730"/>
                <a:gd name="p0y4" fmla="*/ 0 h 667"/>
              </a:gdLst>
              <a:ahLst/>
              <a:cxnLst/>
              <a:pathLst>
                <a:path w="17730" h="667">
                  <a:moveTo>
                    <a:pt x="17730" y="0"/>
                  </a:moveTo>
                  <a:lnTo>
                    <a:pt x="17730" y="667"/>
                  </a:lnTo>
                  <a:lnTo>
                    <a:pt x="0" y="667"/>
                  </a:lnTo>
                  <a:lnTo>
                    <a:pt x="0" y="0"/>
                  </a:lnTo>
                  <a:lnTo>
                    <a:pt x="17730" y="0"/>
                  </a:lnTo>
                  <a:close/>
                </a:path>
              </a:pathLst>
            </a:custGeom>
            <a:solidFill>
              <a:srgbClr val="FDF2E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14" name="任意多边形 13"/>
            <p:cNvSpPr/>
            <p:nvPr>
              <p:custDataLst>
                <p:tags r:id="rId11"/>
              </p:custDataLst>
            </p:nvPr>
          </p:nvSpPr>
          <p:spPr>
            <a:xfrm>
              <a:off x="735" y="3982"/>
              <a:ext cx="17730" cy="15"/>
            </a:xfrm>
            <a:custGeom>
              <a:avLst/>
              <a:gdLst>
                <a:gd name="sw" fmla="*/ 1 w 17730"/>
                <a:gd name="sh" fmla="*/ 1 h 15"/>
                <a:gd name="mins" fmla="min sw sh"/>
                <a:gd name="dsw" fmla="+- 0 sw mins"/>
                <a:gd name="dsh" fmla="+- 0 sh mins"/>
                <a:gd name="p0x0" fmla="*/ 17730 w 17730"/>
                <a:gd name="p0y0" fmla="*/ 15 h 15"/>
                <a:gd name="p0x1" fmla="*/ 0 w 17730"/>
                <a:gd name="p0y1" fmla="*/ 15 h 15"/>
                <a:gd name="p0x2" fmla="*/ 0 w 17730"/>
                <a:gd name="p0y2" fmla="*/ 0 h 15"/>
                <a:gd name="p0x3" fmla="*/ 17730 w 17730"/>
                <a:gd name="p0y3" fmla="*/ 0 h 15"/>
                <a:gd name="p0x4" fmla="*/ 17730 w 17730"/>
                <a:gd name="p0y4" fmla="*/ 15 h 15"/>
              </a:gdLst>
              <a:ahLst/>
              <a:cxnLst/>
              <a:pathLst>
                <a:path w="17730" h="15">
                  <a:moveTo>
                    <a:pt x="17730" y="0"/>
                  </a:moveTo>
                  <a:lnTo>
                    <a:pt x="17730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17730" y="0"/>
                  </a:lnTo>
                  <a:close/>
                </a:path>
              </a:pathLst>
            </a:custGeom>
            <a:solidFill>
              <a:srgbClr val="F0E8D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</p:grpSp>
      <p:sp>
        <p:nvSpPr>
          <p:cNvPr id="16" name="任意多边形 15"/>
          <p:cNvSpPr/>
          <p:nvPr>
            <p:custDataLst>
              <p:tags r:id="rId12"/>
            </p:custDataLst>
          </p:nvPr>
        </p:nvSpPr>
        <p:spPr>
          <a:xfrm>
            <a:off x="657225" y="2295525"/>
            <a:ext cx="95250" cy="95250"/>
          </a:xfrm>
          <a:custGeom>
            <a:avLst/>
            <a:gdLst>
              <a:gd name="sw" fmla="*/ 1 w 150"/>
              <a:gd name="sh" fmla="*/ 1 h 150"/>
              <a:gd name="mins" fmla="min sw sh"/>
              <a:gd name="dsw" fmla="+- 0 sw mins"/>
              <a:gd name="dsh" fmla="+- 0 sh mins"/>
              <a:gd name="p0x0" fmla="*/ 75 w 150"/>
              <a:gd name="p0y0" fmla="*/ 0 h 150"/>
              <a:gd name="p0x1" fmla="*/ 116 w 150"/>
              <a:gd name="p0y1" fmla="*/ 0 h 150"/>
              <a:gd name="p0x2" fmla="*/ 150 w 150"/>
              <a:gd name="p0y2" fmla="*/ 33 h 150"/>
              <a:gd name="p0x3" fmla="*/ 150 w 150"/>
              <a:gd name="p0y3" fmla="*/ 75 h 150"/>
              <a:gd name="p0x4" fmla="*/ 150 w 150"/>
              <a:gd name="p0y4" fmla="*/ 116 h 150"/>
              <a:gd name="p0x5" fmla="*/ 116 w 150"/>
              <a:gd name="p0y5" fmla="*/ 150 h 150"/>
              <a:gd name="p0x6" fmla="*/ 75 w 150"/>
              <a:gd name="p0y6" fmla="*/ 150 h 150"/>
              <a:gd name="p0x7" fmla="*/ 33 w 150"/>
              <a:gd name="p0y7" fmla="*/ 150 h 150"/>
              <a:gd name="p0x8" fmla="*/ 0 w 150"/>
              <a:gd name="p0y8" fmla="*/ 116 h 150"/>
              <a:gd name="p0x9" fmla="*/ 0 w 150"/>
              <a:gd name="p0y9" fmla="*/ 75 h 150"/>
              <a:gd name="p0x10" fmla="*/ 0 w 150"/>
              <a:gd name="p0y10" fmla="*/ 33 h 150"/>
              <a:gd name="p0x11" fmla="*/ 33 w 150"/>
              <a:gd name="p0y11" fmla="*/ 0 h 150"/>
              <a:gd name="p0x12" fmla="*/ 75 w 150"/>
              <a:gd name="p0y12" fmla="*/ 0 h 15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E68A7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13"/>
            </p:custDataLst>
          </p:nvPr>
        </p:nvSpPr>
        <p:spPr>
          <a:xfrm>
            <a:off x="866775" y="2216944"/>
            <a:ext cx="1712271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crisis_immediate</a:t>
            </a:r>
            <a:endParaRPr sz="150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任意多边形 17"/>
          <p:cNvSpPr/>
          <p:nvPr>
            <p:custDataLst>
              <p:tags r:id="rId14"/>
            </p:custDataLst>
          </p:nvPr>
        </p:nvSpPr>
        <p:spPr>
          <a:xfrm>
            <a:off x="2506980" y="2219325"/>
            <a:ext cx="543560" cy="247650"/>
          </a:xfrm>
          <a:custGeom>
            <a:avLst/>
            <a:gdLst>
              <a:gd name="sw" fmla="*/ 1 w 855"/>
              <a:gd name="sh" fmla="*/ 1 h 390"/>
              <a:gd name="mins" fmla="min sw sh"/>
              <a:gd name="dsw" fmla="+- 0 sw mins"/>
              <a:gd name="dsh" fmla="+- 0 sh mins"/>
              <a:gd name="p0x0" fmla="*/ 195 w 855"/>
              <a:gd name="p0y0" fmla="*/ 0 h 390"/>
              <a:gd name="p0x1" fmla="*/ 660 w 855"/>
              <a:gd name="p0y1" fmla="*/ 0 h 390"/>
              <a:gd name="p0x2" fmla="*/ 767 w 855"/>
              <a:gd name="p0y2" fmla="*/ 0 h 390"/>
              <a:gd name="p0x3" fmla="*/ 855 w 855"/>
              <a:gd name="p0y3" fmla="*/ 87 h 390"/>
              <a:gd name="p0x4" fmla="*/ 855 w 855"/>
              <a:gd name="p0y4" fmla="*/ 195 h 390"/>
              <a:gd name="p0x5" fmla="*/ 855 w 855"/>
              <a:gd name="p0y5" fmla="*/ 302 h 390"/>
              <a:gd name="p0x6" fmla="*/ 767 w 855"/>
              <a:gd name="p0y6" fmla="*/ 390 h 390"/>
              <a:gd name="p0x7" fmla="*/ 660 w 855"/>
              <a:gd name="p0y7" fmla="*/ 390 h 390"/>
              <a:gd name="p0x8" fmla="*/ 195 w 855"/>
              <a:gd name="p0y8" fmla="*/ 390 h 390"/>
              <a:gd name="p0x9" fmla="*/ 87 w 855"/>
              <a:gd name="p0y9" fmla="*/ 390 h 390"/>
              <a:gd name="p0x10" fmla="*/ 0 w 855"/>
              <a:gd name="p0y10" fmla="*/ 302 h 390"/>
              <a:gd name="p0x11" fmla="*/ 0 w 855"/>
              <a:gd name="p0y11" fmla="*/ 195 h 390"/>
              <a:gd name="p0x12" fmla="*/ 0 w 855"/>
              <a:gd name="p0y12" fmla="*/ 87 h 390"/>
              <a:gd name="p0x13" fmla="*/ 87 w 855"/>
              <a:gd name="p0y13" fmla="*/ 0 h 390"/>
              <a:gd name="p0x14" fmla="*/ 195 w 855"/>
              <a:gd name="p0y14" fmla="*/ 0 h 3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DE8C3"/>
          </a:solidFill>
          <a:ln w="9525" cmpd="sng">
            <a:solidFill>
              <a:srgbClr val="F5A623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15"/>
            </p:custDataLst>
          </p:nvPr>
        </p:nvSpPr>
        <p:spPr>
          <a:xfrm>
            <a:off x="2626671" y="2243138"/>
            <a:ext cx="4572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</a:rPr>
              <a:t>安全</a:t>
            </a:r>
            <a:endParaRPr sz="1200" b="1">
              <a:solidFill>
                <a:srgbClr val="5A3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16"/>
            </p:custDataLst>
          </p:nvPr>
        </p:nvSpPr>
        <p:spPr>
          <a:xfrm>
            <a:off x="4034733" y="2176463"/>
            <a:ext cx="3496942" cy="3286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</a:rPr>
              <a:t>无法保证自身安全的即时危险</a:t>
            </a:r>
            <a:endParaRPr sz="1500">
              <a:solidFill>
                <a:srgbClr val="6A5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17"/>
            </p:custDataLst>
          </p:nvPr>
        </p:nvSpPr>
        <p:spPr>
          <a:xfrm>
            <a:off x="7912674" y="2176463"/>
            <a:ext cx="3622034" cy="3286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写入即时风险标签并输出固定安全话术</a:t>
            </a:r>
            <a:endParaRPr sz="1500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85" name="组合 84"/>
          <p:cNvGrpSpPr/>
          <p:nvPr/>
        </p:nvGrpSpPr>
        <p:grpSpPr>
          <a:xfrm>
            <a:off x="466725" y="2538095"/>
            <a:ext cx="11258550" cy="424180"/>
            <a:chOff x="735" y="3997"/>
            <a:chExt cx="17730" cy="668"/>
          </a:xfrm>
        </p:grpSpPr>
        <p:sp>
          <p:nvSpPr>
            <p:cNvPr id="22" name="任意多边形 21"/>
            <p:cNvSpPr/>
            <p:nvPr>
              <p:custDataLst>
                <p:tags r:id="rId18"/>
              </p:custDataLst>
            </p:nvPr>
          </p:nvSpPr>
          <p:spPr>
            <a:xfrm>
              <a:off x="735" y="3997"/>
              <a:ext cx="17730" cy="668"/>
            </a:xfrm>
            <a:custGeom>
              <a:avLst/>
              <a:gdLst>
                <a:gd name="sw" fmla="*/ 1 w 17730"/>
                <a:gd name="sh" fmla="*/ 1 h 667"/>
                <a:gd name="mins" fmla="min sw sh"/>
                <a:gd name="dsw" fmla="+- 0 sw mins"/>
                <a:gd name="dsh" fmla="+- 0 sh mins"/>
                <a:gd name="p0x0" fmla="*/ 0 w 17730"/>
                <a:gd name="p0y0" fmla="*/ 0 h 667"/>
                <a:gd name="p0x1" fmla="*/ 17730 w 17730"/>
                <a:gd name="p0y1" fmla="*/ 0 h 667"/>
                <a:gd name="p0x2" fmla="*/ 17730 w 17730"/>
                <a:gd name="p0y2" fmla="*/ 667 h 667"/>
                <a:gd name="p0x3" fmla="*/ 0 w 17730"/>
                <a:gd name="p0y3" fmla="*/ 667 h 667"/>
                <a:gd name="p0x4" fmla="*/ 0 w 17730"/>
                <a:gd name="p0y4" fmla="*/ 0 h 667"/>
              </a:gdLst>
              <a:ahLst/>
              <a:cxnLst/>
              <a:pathLst>
                <a:path w="17730" h="668">
                  <a:moveTo>
                    <a:pt x="17730" y="0"/>
                  </a:moveTo>
                  <a:lnTo>
                    <a:pt x="17730" y="668"/>
                  </a:lnTo>
                  <a:lnTo>
                    <a:pt x="0" y="668"/>
                  </a:lnTo>
                  <a:lnTo>
                    <a:pt x="0" y="0"/>
                  </a:lnTo>
                  <a:lnTo>
                    <a:pt x="17730" y="0"/>
                  </a:lnTo>
                  <a:close/>
                </a:path>
              </a:pathLst>
            </a:custGeom>
            <a:solidFill>
              <a:srgbClr val="FDF2E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23" name="任意多边形 22"/>
            <p:cNvSpPr/>
            <p:nvPr>
              <p:custDataLst>
                <p:tags r:id="rId19"/>
              </p:custDataLst>
            </p:nvPr>
          </p:nvSpPr>
          <p:spPr>
            <a:xfrm>
              <a:off x="735" y="4650"/>
              <a:ext cx="17730" cy="15"/>
            </a:xfrm>
            <a:custGeom>
              <a:avLst/>
              <a:gdLst>
                <a:gd name="sw" fmla="*/ 1 w 17730"/>
                <a:gd name="sh" fmla="*/ 1 h 15"/>
                <a:gd name="mins" fmla="min sw sh"/>
                <a:gd name="dsw" fmla="+- 0 sw mins"/>
                <a:gd name="dsh" fmla="+- 0 sh mins"/>
                <a:gd name="p0x0" fmla="*/ 17730 w 17730"/>
                <a:gd name="p0y0" fmla="*/ 15 h 15"/>
                <a:gd name="p0x1" fmla="*/ 0 w 17730"/>
                <a:gd name="p0y1" fmla="*/ 15 h 15"/>
                <a:gd name="p0x2" fmla="*/ 0 w 17730"/>
                <a:gd name="p0y2" fmla="*/ 0 h 15"/>
                <a:gd name="p0x3" fmla="*/ 17730 w 17730"/>
                <a:gd name="p0y3" fmla="*/ 0 h 15"/>
                <a:gd name="p0x4" fmla="*/ 17730 w 17730"/>
                <a:gd name="p0y4" fmla="*/ 15 h 15"/>
              </a:gdLst>
              <a:ahLst/>
              <a:cxnLst/>
              <a:pathLst>
                <a:path w="17730" h="15">
                  <a:moveTo>
                    <a:pt x="17730" y="0"/>
                  </a:moveTo>
                  <a:lnTo>
                    <a:pt x="17730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17730" y="0"/>
                  </a:lnTo>
                  <a:close/>
                </a:path>
              </a:pathLst>
            </a:custGeom>
            <a:solidFill>
              <a:srgbClr val="F0E8D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</p:grpSp>
      <p:sp>
        <p:nvSpPr>
          <p:cNvPr id="25" name="任意多边形 24"/>
          <p:cNvSpPr/>
          <p:nvPr>
            <p:custDataLst>
              <p:tags r:id="rId20"/>
            </p:custDataLst>
          </p:nvPr>
        </p:nvSpPr>
        <p:spPr>
          <a:xfrm>
            <a:off x="657225" y="2719070"/>
            <a:ext cx="95250" cy="95250"/>
          </a:xfrm>
          <a:custGeom>
            <a:avLst/>
            <a:gdLst>
              <a:gd name="sw" fmla="*/ 1 w 150"/>
              <a:gd name="sh" fmla="*/ 1 h 150"/>
              <a:gd name="mins" fmla="min sw sh"/>
              <a:gd name="dsw" fmla="+- 0 sw mins"/>
              <a:gd name="dsh" fmla="+- 0 sh mins"/>
              <a:gd name="p0x0" fmla="*/ 75 w 150"/>
              <a:gd name="p0y0" fmla="*/ 0 h 150"/>
              <a:gd name="p0x1" fmla="*/ 116 w 150"/>
              <a:gd name="p0y1" fmla="*/ 0 h 150"/>
              <a:gd name="p0x2" fmla="*/ 150 w 150"/>
              <a:gd name="p0y2" fmla="*/ 33 h 150"/>
              <a:gd name="p0x3" fmla="*/ 150 w 150"/>
              <a:gd name="p0y3" fmla="*/ 75 h 150"/>
              <a:gd name="p0x4" fmla="*/ 150 w 150"/>
              <a:gd name="p0y4" fmla="*/ 116 h 150"/>
              <a:gd name="p0x5" fmla="*/ 116 w 150"/>
              <a:gd name="p0y5" fmla="*/ 150 h 150"/>
              <a:gd name="p0x6" fmla="*/ 75 w 150"/>
              <a:gd name="p0y6" fmla="*/ 150 h 150"/>
              <a:gd name="p0x7" fmla="*/ 33 w 150"/>
              <a:gd name="p0y7" fmla="*/ 150 h 150"/>
              <a:gd name="p0x8" fmla="*/ 0 w 150"/>
              <a:gd name="p0y8" fmla="*/ 116 h 150"/>
              <a:gd name="p0x9" fmla="*/ 0 w 150"/>
              <a:gd name="p0y9" fmla="*/ 75 h 150"/>
              <a:gd name="p0x10" fmla="*/ 0 w 150"/>
              <a:gd name="p0y10" fmla="*/ 33 h 150"/>
              <a:gd name="p0x11" fmla="*/ 33 w 150"/>
              <a:gd name="p0y11" fmla="*/ 0 h 150"/>
              <a:gd name="p0x12" fmla="*/ 75 w 150"/>
              <a:gd name="p0y12" fmla="*/ 0 h 15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5A62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>
            <p:custDataLst>
              <p:tags r:id="rId21"/>
            </p:custDataLst>
          </p:nvPr>
        </p:nvSpPr>
        <p:spPr>
          <a:xfrm>
            <a:off x="866775" y="2640806"/>
            <a:ext cx="1570139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crisis_high_risk</a:t>
            </a:r>
            <a:endParaRPr sz="150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任意多边形 26"/>
          <p:cNvSpPr/>
          <p:nvPr>
            <p:custDataLst>
              <p:tags r:id="rId22"/>
            </p:custDataLst>
          </p:nvPr>
        </p:nvSpPr>
        <p:spPr>
          <a:xfrm>
            <a:off x="2365375" y="2642870"/>
            <a:ext cx="542925" cy="247650"/>
          </a:xfrm>
          <a:custGeom>
            <a:avLst/>
            <a:gdLst>
              <a:gd name="sw" fmla="*/ 1 w 855"/>
              <a:gd name="sh" fmla="*/ 1 h 390"/>
              <a:gd name="mins" fmla="min sw sh"/>
              <a:gd name="dsw" fmla="+- 0 sw mins"/>
              <a:gd name="dsh" fmla="+- 0 sh mins"/>
              <a:gd name="p0x0" fmla="*/ 195 w 855"/>
              <a:gd name="p0y0" fmla="*/ 0 h 390"/>
              <a:gd name="p0x1" fmla="*/ 660 w 855"/>
              <a:gd name="p0y1" fmla="*/ 0 h 390"/>
              <a:gd name="p0x2" fmla="*/ 767 w 855"/>
              <a:gd name="p0y2" fmla="*/ 0 h 390"/>
              <a:gd name="p0x3" fmla="*/ 855 w 855"/>
              <a:gd name="p0y3" fmla="*/ 87 h 390"/>
              <a:gd name="p0x4" fmla="*/ 855 w 855"/>
              <a:gd name="p0y4" fmla="*/ 195 h 390"/>
              <a:gd name="p0x5" fmla="*/ 855 w 855"/>
              <a:gd name="p0y5" fmla="*/ 302 h 390"/>
              <a:gd name="p0x6" fmla="*/ 767 w 855"/>
              <a:gd name="p0y6" fmla="*/ 390 h 390"/>
              <a:gd name="p0x7" fmla="*/ 660 w 855"/>
              <a:gd name="p0y7" fmla="*/ 390 h 390"/>
              <a:gd name="p0x8" fmla="*/ 195 w 855"/>
              <a:gd name="p0y8" fmla="*/ 390 h 390"/>
              <a:gd name="p0x9" fmla="*/ 87 w 855"/>
              <a:gd name="p0y9" fmla="*/ 390 h 390"/>
              <a:gd name="p0x10" fmla="*/ 0 w 855"/>
              <a:gd name="p0y10" fmla="*/ 302 h 390"/>
              <a:gd name="p0x11" fmla="*/ 0 w 855"/>
              <a:gd name="p0y11" fmla="*/ 195 h 390"/>
              <a:gd name="p0x12" fmla="*/ 0 w 855"/>
              <a:gd name="p0y12" fmla="*/ 87 h 390"/>
              <a:gd name="p0x13" fmla="*/ 87 w 855"/>
              <a:gd name="p0y13" fmla="*/ 0 h 390"/>
              <a:gd name="p0x14" fmla="*/ 195 w 855"/>
              <a:gd name="p0y14" fmla="*/ 0 h 3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DE8C3"/>
          </a:solidFill>
          <a:ln w="9525" cmpd="sng">
            <a:solidFill>
              <a:srgbClr val="F5A623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>
            <p:custDataLst>
              <p:tags r:id="rId23"/>
            </p:custDataLst>
          </p:nvPr>
        </p:nvSpPr>
        <p:spPr>
          <a:xfrm>
            <a:off x="2484539" y="2667000"/>
            <a:ext cx="4572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</a:rPr>
              <a:t>安全</a:t>
            </a:r>
            <a:endParaRPr sz="1200" b="1">
              <a:solidFill>
                <a:srgbClr val="5A3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24"/>
            </p:custDataLst>
          </p:nvPr>
        </p:nvSpPr>
        <p:spPr>
          <a:xfrm>
            <a:off x="4034733" y="2600325"/>
            <a:ext cx="3496942" cy="3286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</a:rPr>
              <a:t>明显安全风险想法，未说明即时行动</a:t>
            </a:r>
            <a:endParaRPr sz="1500">
              <a:solidFill>
                <a:srgbClr val="6A5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25"/>
            </p:custDataLst>
          </p:nvPr>
        </p:nvSpPr>
        <p:spPr>
          <a:xfrm>
            <a:off x="7912674" y="2600325"/>
            <a:ext cx="3622034" cy="3286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写入高风险标签并温和转介</a:t>
            </a:r>
            <a:endParaRPr sz="1500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86" name="组合 85"/>
          <p:cNvGrpSpPr/>
          <p:nvPr/>
        </p:nvGrpSpPr>
        <p:grpSpPr>
          <a:xfrm>
            <a:off x="466725" y="2962275"/>
            <a:ext cx="11258550" cy="422910"/>
            <a:chOff x="735" y="4665"/>
            <a:chExt cx="17730" cy="666"/>
          </a:xfrm>
        </p:grpSpPr>
        <p:sp>
          <p:nvSpPr>
            <p:cNvPr id="31" name="任意多边形 30"/>
            <p:cNvSpPr/>
            <p:nvPr>
              <p:custDataLst>
                <p:tags r:id="rId26"/>
              </p:custDataLst>
            </p:nvPr>
          </p:nvSpPr>
          <p:spPr>
            <a:xfrm>
              <a:off x="735" y="4665"/>
              <a:ext cx="17730" cy="667"/>
            </a:xfrm>
            <a:custGeom>
              <a:avLst/>
              <a:gdLst>
                <a:gd name="sw" fmla="*/ 1 w 17730"/>
                <a:gd name="sh" fmla="*/ 1 h 667"/>
                <a:gd name="mins" fmla="min sw sh"/>
                <a:gd name="dsw" fmla="+- 0 sw mins"/>
                <a:gd name="dsh" fmla="+- 0 sh mins"/>
                <a:gd name="p0x0" fmla="*/ 0 w 17730"/>
                <a:gd name="p0y0" fmla="*/ 0 h 667"/>
                <a:gd name="p0x1" fmla="*/ 17730 w 17730"/>
                <a:gd name="p0y1" fmla="*/ 0 h 667"/>
                <a:gd name="p0x2" fmla="*/ 17730 w 17730"/>
                <a:gd name="p0y2" fmla="*/ 667 h 667"/>
                <a:gd name="p0x3" fmla="*/ 0 w 17730"/>
                <a:gd name="p0y3" fmla="*/ 667 h 667"/>
                <a:gd name="p0x4" fmla="*/ 0 w 17730"/>
                <a:gd name="p0y4" fmla="*/ 0 h 667"/>
              </a:gdLst>
              <a:ahLst/>
              <a:cxnLst/>
              <a:pathLst>
                <a:path w="17730" h="667">
                  <a:moveTo>
                    <a:pt x="17730" y="0"/>
                  </a:moveTo>
                  <a:lnTo>
                    <a:pt x="17730" y="667"/>
                  </a:lnTo>
                  <a:lnTo>
                    <a:pt x="0" y="667"/>
                  </a:lnTo>
                  <a:lnTo>
                    <a:pt x="0" y="0"/>
                  </a:lnTo>
                  <a:lnTo>
                    <a:pt x="1773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32" name="任意多边形 31"/>
            <p:cNvSpPr/>
            <p:nvPr>
              <p:custDataLst>
                <p:tags r:id="rId27"/>
              </p:custDataLst>
            </p:nvPr>
          </p:nvSpPr>
          <p:spPr>
            <a:xfrm>
              <a:off x="735" y="5317"/>
              <a:ext cx="17730" cy="15"/>
            </a:xfrm>
            <a:custGeom>
              <a:avLst/>
              <a:gdLst>
                <a:gd name="sw" fmla="*/ 1 w 17730"/>
                <a:gd name="sh" fmla="*/ 1 h 15"/>
                <a:gd name="mins" fmla="min sw sh"/>
                <a:gd name="dsw" fmla="+- 0 sw mins"/>
                <a:gd name="dsh" fmla="+- 0 sh mins"/>
                <a:gd name="p0x0" fmla="*/ 17730 w 17730"/>
                <a:gd name="p0y0" fmla="*/ 15 h 15"/>
                <a:gd name="p0x1" fmla="*/ 0 w 17730"/>
                <a:gd name="p0y1" fmla="*/ 15 h 15"/>
                <a:gd name="p0x2" fmla="*/ 0 w 17730"/>
                <a:gd name="p0y2" fmla="*/ 0 h 15"/>
                <a:gd name="p0x3" fmla="*/ 17730 w 17730"/>
                <a:gd name="p0y3" fmla="*/ 0 h 15"/>
                <a:gd name="p0x4" fmla="*/ 17730 w 17730"/>
                <a:gd name="p0y4" fmla="*/ 15 h 15"/>
              </a:gdLst>
              <a:ahLst/>
              <a:cxnLst/>
              <a:pathLst>
                <a:path w="17730" h="15">
                  <a:moveTo>
                    <a:pt x="17730" y="0"/>
                  </a:moveTo>
                  <a:lnTo>
                    <a:pt x="17730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17730" y="0"/>
                  </a:lnTo>
                  <a:close/>
                </a:path>
              </a:pathLst>
            </a:custGeom>
            <a:solidFill>
              <a:srgbClr val="F0E8D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</p:grpSp>
      <p:sp>
        <p:nvSpPr>
          <p:cNvPr id="34" name="任意多边形 33"/>
          <p:cNvSpPr/>
          <p:nvPr>
            <p:custDataLst>
              <p:tags r:id="rId28"/>
            </p:custDataLst>
          </p:nvPr>
        </p:nvSpPr>
        <p:spPr>
          <a:xfrm>
            <a:off x="657225" y="3143250"/>
            <a:ext cx="95250" cy="95250"/>
          </a:xfrm>
          <a:custGeom>
            <a:avLst/>
            <a:gdLst>
              <a:gd name="sw" fmla="*/ 1 w 150"/>
              <a:gd name="sh" fmla="*/ 1 h 150"/>
              <a:gd name="mins" fmla="min sw sh"/>
              <a:gd name="dsw" fmla="+- 0 sw mins"/>
              <a:gd name="dsh" fmla="+- 0 sh mins"/>
              <a:gd name="p0x0" fmla="*/ 75 w 150"/>
              <a:gd name="p0y0" fmla="*/ 0 h 150"/>
              <a:gd name="p0x1" fmla="*/ 116 w 150"/>
              <a:gd name="p0y1" fmla="*/ 0 h 150"/>
              <a:gd name="p0x2" fmla="*/ 150 w 150"/>
              <a:gd name="p0y2" fmla="*/ 33 h 150"/>
              <a:gd name="p0x3" fmla="*/ 150 w 150"/>
              <a:gd name="p0y3" fmla="*/ 75 h 150"/>
              <a:gd name="p0x4" fmla="*/ 150 w 150"/>
              <a:gd name="p0y4" fmla="*/ 116 h 150"/>
              <a:gd name="p0x5" fmla="*/ 116 w 150"/>
              <a:gd name="p0y5" fmla="*/ 150 h 150"/>
              <a:gd name="p0x6" fmla="*/ 75 w 150"/>
              <a:gd name="p0y6" fmla="*/ 150 h 150"/>
              <a:gd name="p0x7" fmla="*/ 33 w 150"/>
              <a:gd name="p0y7" fmla="*/ 150 h 150"/>
              <a:gd name="p0x8" fmla="*/ 0 w 150"/>
              <a:gd name="p0y8" fmla="*/ 116 h 150"/>
              <a:gd name="p0x9" fmla="*/ 0 w 150"/>
              <a:gd name="p0y9" fmla="*/ 75 h 150"/>
              <a:gd name="p0x10" fmla="*/ 0 w 150"/>
              <a:gd name="p0y10" fmla="*/ 33 h 150"/>
              <a:gd name="p0x11" fmla="*/ 33 w 150"/>
              <a:gd name="p0y11" fmla="*/ 0 h 150"/>
              <a:gd name="p0x12" fmla="*/ 75 w 150"/>
              <a:gd name="p0y12" fmla="*/ 0 h 15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A7D9F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>
            <p:custDataLst>
              <p:tags r:id="rId29"/>
            </p:custDataLst>
          </p:nvPr>
        </p:nvSpPr>
        <p:spPr>
          <a:xfrm>
            <a:off x="866775" y="3064669"/>
            <a:ext cx="889692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distress</a:t>
            </a:r>
            <a:endParaRPr sz="150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30"/>
            </p:custDataLst>
          </p:nvPr>
        </p:nvSpPr>
        <p:spPr>
          <a:xfrm>
            <a:off x="4034733" y="3024188"/>
            <a:ext cx="3619500" cy="3286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</a:rPr>
              <a:t>情绪、压力、学业、人际等一般心理需求</a:t>
            </a:r>
            <a:endParaRPr sz="1500">
              <a:solidFill>
                <a:srgbClr val="6A5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31"/>
            </p:custDataLst>
          </p:nvPr>
        </p:nvSpPr>
        <p:spPr>
          <a:xfrm>
            <a:off x="7912674" y="3024188"/>
            <a:ext cx="3622034" cy="3286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统一对话</a:t>
            </a:r>
            <a:r>
              <a:rPr lang="en-US" altLang="zh-CN"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LLM + </a:t>
            </a:r>
            <a:r>
              <a:rPr lang="zh-CN" altLang="en-US"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记忆提取</a:t>
            </a:r>
            <a:endParaRPr lang="zh-CN" altLang="en-US" sz="1500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87" name="组合 86"/>
          <p:cNvGrpSpPr/>
          <p:nvPr/>
        </p:nvGrpSpPr>
        <p:grpSpPr>
          <a:xfrm>
            <a:off x="466725" y="3385820"/>
            <a:ext cx="11258550" cy="424180"/>
            <a:chOff x="735" y="5332"/>
            <a:chExt cx="17730" cy="668"/>
          </a:xfrm>
        </p:grpSpPr>
        <p:sp>
          <p:nvSpPr>
            <p:cNvPr id="38" name="任意多边形 37"/>
            <p:cNvSpPr/>
            <p:nvPr>
              <p:custDataLst>
                <p:tags r:id="rId32"/>
              </p:custDataLst>
            </p:nvPr>
          </p:nvSpPr>
          <p:spPr>
            <a:xfrm>
              <a:off x="735" y="5332"/>
              <a:ext cx="17730" cy="668"/>
            </a:xfrm>
            <a:custGeom>
              <a:avLst/>
              <a:gdLst>
                <a:gd name="sw" fmla="*/ 1 w 17730"/>
                <a:gd name="sh" fmla="*/ 1 h 667"/>
                <a:gd name="mins" fmla="min sw sh"/>
                <a:gd name="dsw" fmla="+- 0 sw mins"/>
                <a:gd name="dsh" fmla="+- 0 sh mins"/>
                <a:gd name="p0x0" fmla="*/ 0 w 17730"/>
                <a:gd name="p0y0" fmla="*/ 0 h 667"/>
                <a:gd name="p0x1" fmla="*/ 17730 w 17730"/>
                <a:gd name="p0y1" fmla="*/ 0 h 667"/>
                <a:gd name="p0x2" fmla="*/ 17730 w 17730"/>
                <a:gd name="p0y2" fmla="*/ 667 h 667"/>
                <a:gd name="p0x3" fmla="*/ 0 w 17730"/>
                <a:gd name="p0y3" fmla="*/ 667 h 667"/>
                <a:gd name="p0x4" fmla="*/ 0 w 17730"/>
                <a:gd name="p0y4" fmla="*/ 0 h 667"/>
              </a:gdLst>
              <a:ahLst/>
              <a:cxnLst/>
              <a:pathLst>
                <a:path w="17730" h="668">
                  <a:moveTo>
                    <a:pt x="17730" y="0"/>
                  </a:moveTo>
                  <a:lnTo>
                    <a:pt x="17730" y="668"/>
                  </a:lnTo>
                  <a:lnTo>
                    <a:pt x="0" y="668"/>
                  </a:lnTo>
                  <a:lnTo>
                    <a:pt x="0" y="0"/>
                  </a:lnTo>
                  <a:lnTo>
                    <a:pt x="177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39" name="任意多边形 38"/>
            <p:cNvSpPr/>
            <p:nvPr>
              <p:custDataLst>
                <p:tags r:id="rId33"/>
              </p:custDataLst>
            </p:nvPr>
          </p:nvSpPr>
          <p:spPr>
            <a:xfrm>
              <a:off x="735" y="5985"/>
              <a:ext cx="17730" cy="15"/>
            </a:xfrm>
            <a:custGeom>
              <a:avLst/>
              <a:gdLst>
                <a:gd name="sw" fmla="*/ 1 w 17730"/>
                <a:gd name="sh" fmla="*/ 1 h 15"/>
                <a:gd name="mins" fmla="min sw sh"/>
                <a:gd name="dsw" fmla="+- 0 sw mins"/>
                <a:gd name="dsh" fmla="+- 0 sh mins"/>
                <a:gd name="p0x0" fmla="*/ 17730 w 17730"/>
                <a:gd name="p0y0" fmla="*/ 15 h 15"/>
                <a:gd name="p0x1" fmla="*/ 0 w 17730"/>
                <a:gd name="p0y1" fmla="*/ 15 h 15"/>
                <a:gd name="p0x2" fmla="*/ 0 w 17730"/>
                <a:gd name="p0y2" fmla="*/ 0 h 15"/>
                <a:gd name="p0x3" fmla="*/ 17730 w 17730"/>
                <a:gd name="p0y3" fmla="*/ 0 h 15"/>
                <a:gd name="p0x4" fmla="*/ 17730 w 17730"/>
                <a:gd name="p0y4" fmla="*/ 15 h 15"/>
              </a:gdLst>
              <a:ahLst/>
              <a:cxnLst/>
              <a:pathLst>
                <a:path w="17730" h="15">
                  <a:moveTo>
                    <a:pt x="17730" y="0"/>
                  </a:moveTo>
                  <a:lnTo>
                    <a:pt x="17730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17730" y="0"/>
                  </a:lnTo>
                  <a:close/>
                </a:path>
              </a:pathLst>
            </a:custGeom>
            <a:solidFill>
              <a:srgbClr val="F0E8D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</p:grpSp>
      <p:sp>
        <p:nvSpPr>
          <p:cNvPr id="41" name="任意多边形 40"/>
          <p:cNvSpPr/>
          <p:nvPr>
            <p:custDataLst>
              <p:tags r:id="rId34"/>
            </p:custDataLst>
          </p:nvPr>
        </p:nvSpPr>
        <p:spPr>
          <a:xfrm>
            <a:off x="657225" y="3566795"/>
            <a:ext cx="95250" cy="95250"/>
          </a:xfrm>
          <a:custGeom>
            <a:avLst/>
            <a:gdLst>
              <a:gd name="sw" fmla="*/ 1 w 150"/>
              <a:gd name="sh" fmla="*/ 1 h 150"/>
              <a:gd name="mins" fmla="min sw sh"/>
              <a:gd name="dsw" fmla="+- 0 sw mins"/>
              <a:gd name="dsh" fmla="+- 0 sh mins"/>
              <a:gd name="p0x0" fmla="*/ 75 w 150"/>
              <a:gd name="p0y0" fmla="*/ 0 h 150"/>
              <a:gd name="p0x1" fmla="*/ 116 w 150"/>
              <a:gd name="p0y1" fmla="*/ 0 h 150"/>
              <a:gd name="p0x2" fmla="*/ 150 w 150"/>
              <a:gd name="p0y2" fmla="*/ 33 h 150"/>
              <a:gd name="p0x3" fmla="*/ 150 w 150"/>
              <a:gd name="p0y3" fmla="*/ 75 h 150"/>
              <a:gd name="p0x4" fmla="*/ 150 w 150"/>
              <a:gd name="p0y4" fmla="*/ 116 h 150"/>
              <a:gd name="p0x5" fmla="*/ 116 w 150"/>
              <a:gd name="p0y5" fmla="*/ 150 h 150"/>
              <a:gd name="p0x6" fmla="*/ 75 w 150"/>
              <a:gd name="p0y6" fmla="*/ 150 h 150"/>
              <a:gd name="p0x7" fmla="*/ 33 w 150"/>
              <a:gd name="p0y7" fmla="*/ 150 h 150"/>
              <a:gd name="p0x8" fmla="*/ 0 w 150"/>
              <a:gd name="p0y8" fmla="*/ 116 h 150"/>
              <a:gd name="p0x9" fmla="*/ 0 w 150"/>
              <a:gd name="p0y9" fmla="*/ 75 h 150"/>
              <a:gd name="p0x10" fmla="*/ 0 w 150"/>
              <a:gd name="p0y10" fmla="*/ 33 h 150"/>
              <a:gd name="p0x11" fmla="*/ 33 w 150"/>
              <a:gd name="p0y11" fmla="*/ 0 h 150"/>
              <a:gd name="p0x12" fmla="*/ 75 w 150"/>
              <a:gd name="p0y12" fmla="*/ 0 h 15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B87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>
            <p:custDataLst>
              <p:tags r:id="rId35"/>
            </p:custDataLst>
          </p:nvPr>
        </p:nvSpPr>
        <p:spPr>
          <a:xfrm>
            <a:off x="866775" y="3488531"/>
            <a:ext cx="1100357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gad7_test</a:t>
            </a:r>
            <a:endParaRPr sz="150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>
            <p:custDataLst>
              <p:tags r:id="rId36"/>
            </p:custDataLst>
          </p:nvPr>
        </p:nvSpPr>
        <p:spPr>
          <a:xfrm>
            <a:off x="4034733" y="3448050"/>
            <a:ext cx="3496942" cy="3286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焦虑自测和</a:t>
            </a:r>
            <a:r>
              <a:rPr lang="en-US" altLang="zh-CN" sz="15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GAD-7</a:t>
            </a:r>
            <a:endParaRPr lang="en-US" altLang="zh-CN" sz="1500">
              <a:solidFill>
                <a:srgbClr val="6A5A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>
            <p:custDataLst>
              <p:tags r:id="rId37"/>
            </p:custDataLst>
          </p:nvPr>
        </p:nvSpPr>
        <p:spPr>
          <a:xfrm>
            <a:off x="7912674" y="3448050"/>
            <a:ext cx="3622034" cy="3286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33000"/>
              </a:lnSpc>
            </a:pPr>
            <a:r>
              <a:rPr lang="en-US"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r>
              <a:rPr lang="zh-CN"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题代码状态机</a:t>
            </a:r>
            <a:endParaRPr lang="zh-CN" sz="1500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88" name="组合 87"/>
          <p:cNvGrpSpPr/>
          <p:nvPr/>
        </p:nvGrpSpPr>
        <p:grpSpPr>
          <a:xfrm>
            <a:off x="466725" y="3810000"/>
            <a:ext cx="11258550" cy="422910"/>
            <a:chOff x="735" y="6000"/>
            <a:chExt cx="17730" cy="666"/>
          </a:xfrm>
        </p:grpSpPr>
        <p:sp>
          <p:nvSpPr>
            <p:cNvPr id="45" name="任意多边形 44"/>
            <p:cNvSpPr/>
            <p:nvPr>
              <p:custDataLst>
                <p:tags r:id="rId38"/>
              </p:custDataLst>
            </p:nvPr>
          </p:nvSpPr>
          <p:spPr>
            <a:xfrm>
              <a:off x="735" y="6000"/>
              <a:ext cx="17730" cy="667"/>
            </a:xfrm>
            <a:custGeom>
              <a:avLst/>
              <a:gdLst>
                <a:gd name="sw" fmla="*/ 1 w 17730"/>
                <a:gd name="sh" fmla="*/ 1 h 667"/>
                <a:gd name="mins" fmla="min sw sh"/>
                <a:gd name="dsw" fmla="+- 0 sw mins"/>
                <a:gd name="dsh" fmla="+- 0 sh mins"/>
                <a:gd name="p0x0" fmla="*/ 0 w 17730"/>
                <a:gd name="p0y0" fmla="*/ 0 h 667"/>
                <a:gd name="p0x1" fmla="*/ 17730 w 17730"/>
                <a:gd name="p0y1" fmla="*/ 0 h 667"/>
                <a:gd name="p0x2" fmla="*/ 17730 w 17730"/>
                <a:gd name="p0y2" fmla="*/ 667 h 667"/>
                <a:gd name="p0x3" fmla="*/ 0 w 17730"/>
                <a:gd name="p0y3" fmla="*/ 667 h 667"/>
                <a:gd name="p0x4" fmla="*/ 0 w 17730"/>
                <a:gd name="p0y4" fmla="*/ 0 h 667"/>
              </a:gdLst>
              <a:ahLst/>
              <a:cxnLst/>
              <a:pathLst>
                <a:path w="17730" h="667">
                  <a:moveTo>
                    <a:pt x="17730" y="0"/>
                  </a:moveTo>
                  <a:lnTo>
                    <a:pt x="17730" y="667"/>
                  </a:lnTo>
                  <a:lnTo>
                    <a:pt x="0" y="667"/>
                  </a:lnTo>
                  <a:lnTo>
                    <a:pt x="0" y="0"/>
                  </a:lnTo>
                  <a:lnTo>
                    <a:pt x="1773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46" name="任意多边形 45"/>
            <p:cNvSpPr/>
            <p:nvPr>
              <p:custDataLst>
                <p:tags r:id="rId39"/>
              </p:custDataLst>
            </p:nvPr>
          </p:nvSpPr>
          <p:spPr>
            <a:xfrm>
              <a:off x="735" y="6652"/>
              <a:ext cx="17730" cy="15"/>
            </a:xfrm>
            <a:custGeom>
              <a:avLst/>
              <a:gdLst>
                <a:gd name="sw" fmla="*/ 1 w 17730"/>
                <a:gd name="sh" fmla="*/ 1 h 15"/>
                <a:gd name="mins" fmla="min sw sh"/>
                <a:gd name="dsw" fmla="+- 0 sw mins"/>
                <a:gd name="dsh" fmla="+- 0 sh mins"/>
                <a:gd name="p0x0" fmla="*/ 17730 w 17730"/>
                <a:gd name="p0y0" fmla="*/ 15 h 15"/>
                <a:gd name="p0x1" fmla="*/ 0 w 17730"/>
                <a:gd name="p0y1" fmla="*/ 15 h 15"/>
                <a:gd name="p0x2" fmla="*/ 0 w 17730"/>
                <a:gd name="p0y2" fmla="*/ 0 h 15"/>
                <a:gd name="p0x3" fmla="*/ 17730 w 17730"/>
                <a:gd name="p0y3" fmla="*/ 0 h 15"/>
                <a:gd name="p0x4" fmla="*/ 17730 w 17730"/>
                <a:gd name="p0y4" fmla="*/ 15 h 15"/>
              </a:gdLst>
              <a:ahLst/>
              <a:cxnLst/>
              <a:pathLst>
                <a:path w="17730" h="15">
                  <a:moveTo>
                    <a:pt x="17730" y="0"/>
                  </a:moveTo>
                  <a:lnTo>
                    <a:pt x="17730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17730" y="0"/>
                  </a:lnTo>
                  <a:close/>
                </a:path>
              </a:pathLst>
            </a:custGeom>
            <a:solidFill>
              <a:srgbClr val="F0E8D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</p:grpSp>
      <p:sp>
        <p:nvSpPr>
          <p:cNvPr id="48" name="任意多边形 47"/>
          <p:cNvSpPr/>
          <p:nvPr>
            <p:custDataLst>
              <p:tags r:id="rId40"/>
            </p:custDataLst>
          </p:nvPr>
        </p:nvSpPr>
        <p:spPr>
          <a:xfrm>
            <a:off x="657225" y="3990975"/>
            <a:ext cx="95250" cy="95250"/>
          </a:xfrm>
          <a:custGeom>
            <a:avLst/>
            <a:gdLst>
              <a:gd name="sw" fmla="*/ 1 w 150"/>
              <a:gd name="sh" fmla="*/ 1 h 150"/>
              <a:gd name="mins" fmla="min sw sh"/>
              <a:gd name="dsw" fmla="+- 0 sw mins"/>
              <a:gd name="dsh" fmla="+- 0 sh mins"/>
              <a:gd name="p0x0" fmla="*/ 75 w 150"/>
              <a:gd name="p0y0" fmla="*/ 0 h 150"/>
              <a:gd name="p0x1" fmla="*/ 116 w 150"/>
              <a:gd name="p0y1" fmla="*/ 0 h 150"/>
              <a:gd name="p0x2" fmla="*/ 150 w 150"/>
              <a:gd name="p0y2" fmla="*/ 33 h 150"/>
              <a:gd name="p0x3" fmla="*/ 150 w 150"/>
              <a:gd name="p0y3" fmla="*/ 75 h 150"/>
              <a:gd name="p0x4" fmla="*/ 150 w 150"/>
              <a:gd name="p0y4" fmla="*/ 116 h 150"/>
              <a:gd name="p0x5" fmla="*/ 116 w 150"/>
              <a:gd name="p0y5" fmla="*/ 150 h 150"/>
              <a:gd name="p0x6" fmla="*/ 75 w 150"/>
              <a:gd name="p0y6" fmla="*/ 150 h 150"/>
              <a:gd name="p0x7" fmla="*/ 33 w 150"/>
              <a:gd name="p0y7" fmla="*/ 150 h 150"/>
              <a:gd name="p0x8" fmla="*/ 0 w 150"/>
              <a:gd name="p0y8" fmla="*/ 116 h 150"/>
              <a:gd name="p0x9" fmla="*/ 0 w 150"/>
              <a:gd name="p0y9" fmla="*/ 75 h 150"/>
              <a:gd name="p0x10" fmla="*/ 0 w 150"/>
              <a:gd name="p0y10" fmla="*/ 33 h 150"/>
              <a:gd name="p0x11" fmla="*/ 33 w 150"/>
              <a:gd name="p0y11" fmla="*/ 0 h 150"/>
              <a:gd name="p0x12" fmla="*/ 75 w 150"/>
              <a:gd name="p0y12" fmla="*/ 0 h 15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B8C8A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文本框 48"/>
          <p:cNvSpPr txBox="1"/>
          <p:nvPr>
            <p:custDataLst>
              <p:tags r:id="rId41"/>
            </p:custDataLst>
          </p:nvPr>
        </p:nvSpPr>
        <p:spPr>
          <a:xfrm>
            <a:off x="866775" y="3912394"/>
            <a:ext cx="1619698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personality_test</a:t>
            </a:r>
            <a:endParaRPr sz="150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文本框 49"/>
          <p:cNvSpPr txBox="1"/>
          <p:nvPr>
            <p:custDataLst>
              <p:tags r:id="rId42"/>
            </p:custDataLst>
          </p:nvPr>
        </p:nvSpPr>
        <p:spPr>
          <a:xfrm>
            <a:off x="4034733" y="3871913"/>
            <a:ext cx="3496942" cy="3286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</a:rPr>
              <a:t>性格偏好小游戏</a:t>
            </a:r>
            <a:endParaRPr sz="1500">
              <a:solidFill>
                <a:srgbClr val="6A5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43"/>
            </p:custDataLst>
          </p:nvPr>
        </p:nvSpPr>
        <p:spPr>
          <a:xfrm>
            <a:off x="7912674" y="3871913"/>
            <a:ext cx="3622034" cy="3286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33000"/>
              </a:lnSpc>
            </a:pPr>
            <a:r>
              <a:rPr lang="en-US"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</a:t>
            </a:r>
            <a:r>
              <a:rPr lang="zh-CN"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题代码状态机</a:t>
            </a:r>
            <a:endParaRPr lang="zh-CN" sz="1500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89" name="组合 88"/>
          <p:cNvGrpSpPr/>
          <p:nvPr/>
        </p:nvGrpSpPr>
        <p:grpSpPr>
          <a:xfrm>
            <a:off x="466725" y="4233545"/>
            <a:ext cx="11258550" cy="424180"/>
            <a:chOff x="735" y="6667"/>
            <a:chExt cx="17730" cy="668"/>
          </a:xfrm>
        </p:grpSpPr>
        <p:sp>
          <p:nvSpPr>
            <p:cNvPr id="52" name="任意多边形 51"/>
            <p:cNvSpPr/>
            <p:nvPr>
              <p:custDataLst>
                <p:tags r:id="rId44"/>
              </p:custDataLst>
            </p:nvPr>
          </p:nvSpPr>
          <p:spPr>
            <a:xfrm>
              <a:off x="735" y="6667"/>
              <a:ext cx="17730" cy="668"/>
            </a:xfrm>
            <a:custGeom>
              <a:avLst/>
              <a:gdLst>
                <a:gd name="sw" fmla="*/ 1 w 17730"/>
                <a:gd name="sh" fmla="*/ 1 h 667"/>
                <a:gd name="mins" fmla="min sw sh"/>
                <a:gd name="dsw" fmla="+- 0 sw mins"/>
                <a:gd name="dsh" fmla="+- 0 sh mins"/>
                <a:gd name="p0x0" fmla="*/ 0 w 17730"/>
                <a:gd name="p0y0" fmla="*/ 0 h 667"/>
                <a:gd name="p0x1" fmla="*/ 17730 w 17730"/>
                <a:gd name="p0y1" fmla="*/ 0 h 667"/>
                <a:gd name="p0x2" fmla="*/ 17730 w 17730"/>
                <a:gd name="p0y2" fmla="*/ 667 h 667"/>
                <a:gd name="p0x3" fmla="*/ 0 w 17730"/>
                <a:gd name="p0y3" fmla="*/ 667 h 667"/>
                <a:gd name="p0x4" fmla="*/ 0 w 17730"/>
                <a:gd name="p0y4" fmla="*/ 0 h 667"/>
              </a:gdLst>
              <a:ahLst/>
              <a:cxnLst/>
              <a:pathLst>
                <a:path w="17730" h="668">
                  <a:moveTo>
                    <a:pt x="17730" y="0"/>
                  </a:moveTo>
                  <a:lnTo>
                    <a:pt x="17730" y="668"/>
                  </a:lnTo>
                  <a:lnTo>
                    <a:pt x="0" y="668"/>
                  </a:lnTo>
                  <a:lnTo>
                    <a:pt x="0" y="0"/>
                  </a:lnTo>
                  <a:lnTo>
                    <a:pt x="177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53" name="任意多边形 52"/>
            <p:cNvSpPr/>
            <p:nvPr>
              <p:custDataLst>
                <p:tags r:id="rId45"/>
              </p:custDataLst>
            </p:nvPr>
          </p:nvSpPr>
          <p:spPr>
            <a:xfrm>
              <a:off x="735" y="7320"/>
              <a:ext cx="17730" cy="15"/>
            </a:xfrm>
            <a:custGeom>
              <a:avLst/>
              <a:gdLst>
                <a:gd name="sw" fmla="*/ 1 w 17730"/>
                <a:gd name="sh" fmla="*/ 1 h 15"/>
                <a:gd name="mins" fmla="min sw sh"/>
                <a:gd name="dsw" fmla="+- 0 sw mins"/>
                <a:gd name="dsh" fmla="+- 0 sh mins"/>
                <a:gd name="p0x0" fmla="*/ 17730 w 17730"/>
                <a:gd name="p0y0" fmla="*/ 15 h 15"/>
                <a:gd name="p0x1" fmla="*/ 0 w 17730"/>
                <a:gd name="p0y1" fmla="*/ 15 h 15"/>
                <a:gd name="p0x2" fmla="*/ 0 w 17730"/>
                <a:gd name="p0y2" fmla="*/ 0 h 15"/>
                <a:gd name="p0x3" fmla="*/ 17730 w 17730"/>
                <a:gd name="p0y3" fmla="*/ 0 h 15"/>
                <a:gd name="p0x4" fmla="*/ 17730 w 17730"/>
                <a:gd name="p0y4" fmla="*/ 15 h 15"/>
              </a:gdLst>
              <a:ahLst/>
              <a:cxnLst/>
              <a:pathLst>
                <a:path w="17730" h="15">
                  <a:moveTo>
                    <a:pt x="17730" y="0"/>
                  </a:moveTo>
                  <a:lnTo>
                    <a:pt x="17730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17730" y="0"/>
                  </a:lnTo>
                  <a:close/>
                </a:path>
              </a:pathLst>
            </a:custGeom>
            <a:solidFill>
              <a:srgbClr val="F0E8D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</p:grpSp>
      <p:sp>
        <p:nvSpPr>
          <p:cNvPr id="55" name="任意多边形 54"/>
          <p:cNvSpPr/>
          <p:nvPr>
            <p:custDataLst>
              <p:tags r:id="rId46"/>
            </p:custDataLst>
          </p:nvPr>
        </p:nvSpPr>
        <p:spPr>
          <a:xfrm>
            <a:off x="657225" y="4414520"/>
            <a:ext cx="95250" cy="95250"/>
          </a:xfrm>
          <a:custGeom>
            <a:avLst/>
            <a:gdLst>
              <a:gd name="sw" fmla="*/ 1 w 150"/>
              <a:gd name="sh" fmla="*/ 1 h 150"/>
              <a:gd name="mins" fmla="min sw sh"/>
              <a:gd name="dsw" fmla="+- 0 sw mins"/>
              <a:gd name="dsh" fmla="+- 0 sh mins"/>
              <a:gd name="p0x0" fmla="*/ 75 w 150"/>
              <a:gd name="p0y0" fmla="*/ 0 h 150"/>
              <a:gd name="p0x1" fmla="*/ 116 w 150"/>
              <a:gd name="p0y1" fmla="*/ 0 h 150"/>
              <a:gd name="p0x2" fmla="*/ 150 w 150"/>
              <a:gd name="p0y2" fmla="*/ 33 h 150"/>
              <a:gd name="p0x3" fmla="*/ 150 w 150"/>
              <a:gd name="p0y3" fmla="*/ 75 h 150"/>
              <a:gd name="p0x4" fmla="*/ 150 w 150"/>
              <a:gd name="p0y4" fmla="*/ 116 h 150"/>
              <a:gd name="p0x5" fmla="*/ 116 w 150"/>
              <a:gd name="p0y5" fmla="*/ 150 h 150"/>
              <a:gd name="p0x6" fmla="*/ 75 w 150"/>
              <a:gd name="p0y6" fmla="*/ 150 h 150"/>
              <a:gd name="p0x7" fmla="*/ 33 w 150"/>
              <a:gd name="p0y7" fmla="*/ 150 h 150"/>
              <a:gd name="p0x8" fmla="*/ 0 w 150"/>
              <a:gd name="p0y8" fmla="*/ 116 h 150"/>
              <a:gd name="p0x9" fmla="*/ 0 w 150"/>
              <a:gd name="p0y9" fmla="*/ 75 h 150"/>
              <a:gd name="p0x10" fmla="*/ 0 w 150"/>
              <a:gd name="p0y10" fmla="*/ 33 h 150"/>
              <a:gd name="p0x11" fmla="*/ 33 w 150"/>
              <a:gd name="p0y11" fmla="*/ 0 h 150"/>
              <a:gd name="p0x12" fmla="*/ 75 w 150"/>
              <a:gd name="p0y12" fmla="*/ 0 h 15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8A0B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文本框 55"/>
          <p:cNvSpPr txBox="1"/>
          <p:nvPr>
            <p:custDataLst>
              <p:tags r:id="rId47"/>
            </p:custDataLst>
          </p:nvPr>
        </p:nvSpPr>
        <p:spPr>
          <a:xfrm>
            <a:off x="866775" y="4336256"/>
            <a:ext cx="1672609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campus_service</a:t>
            </a:r>
            <a:endParaRPr sz="150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文本框 56"/>
          <p:cNvSpPr txBox="1"/>
          <p:nvPr>
            <p:custDataLst>
              <p:tags r:id="rId48"/>
            </p:custDataLst>
          </p:nvPr>
        </p:nvSpPr>
        <p:spPr>
          <a:xfrm>
            <a:off x="4034733" y="4295775"/>
            <a:ext cx="3496942" cy="3286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</a:rPr>
              <a:t>预约、地址、电话、时间、收费等</a:t>
            </a:r>
            <a:endParaRPr sz="1500">
              <a:solidFill>
                <a:srgbClr val="6A5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文本框 57"/>
          <p:cNvSpPr txBox="1"/>
          <p:nvPr>
            <p:custDataLst>
              <p:tags r:id="rId49"/>
            </p:custDataLst>
          </p:nvPr>
        </p:nvSpPr>
        <p:spPr>
          <a:xfrm>
            <a:off x="7912674" y="4295775"/>
            <a:ext cx="3622034" cy="3286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知识库检索</a:t>
            </a:r>
            <a:r>
              <a:rPr lang="en-US" altLang="zh-CN"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校园服务</a:t>
            </a:r>
            <a:r>
              <a:rPr lang="en-US" altLang="zh-CN"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LLM</a:t>
            </a:r>
            <a:endParaRPr lang="en-US" altLang="zh-CN" sz="1500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90" name="组合 89"/>
          <p:cNvGrpSpPr/>
          <p:nvPr/>
        </p:nvGrpSpPr>
        <p:grpSpPr>
          <a:xfrm>
            <a:off x="466725" y="4657725"/>
            <a:ext cx="11258550" cy="422910"/>
            <a:chOff x="735" y="7335"/>
            <a:chExt cx="17730" cy="666"/>
          </a:xfrm>
        </p:grpSpPr>
        <p:sp>
          <p:nvSpPr>
            <p:cNvPr id="59" name="任意多边形 58"/>
            <p:cNvSpPr/>
            <p:nvPr>
              <p:custDataLst>
                <p:tags r:id="rId50"/>
              </p:custDataLst>
            </p:nvPr>
          </p:nvSpPr>
          <p:spPr>
            <a:xfrm>
              <a:off x="735" y="7335"/>
              <a:ext cx="17730" cy="667"/>
            </a:xfrm>
            <a:custGeom>
              <a:avLst/>
              <a:gdLst>
                <a:gd name="sw" fmla="*/ 1 w 17730"/>
                <a:gd name="sh" fmla="*/ 1 h 667"/>
                <a:gd name="mins" fmla="min sw sh"/>
                <a:gd name="dsw" fmla="+- 0 sw mins"/>
                <a:gd name="dsh" fmla="+- 0 sh mins"/>
                <a:gd name="p0x0" fmla="*/ 0 w 17730"/>
                <a:gd name="p0y0" fmla="*/ 0 h 667"/>
                <a:gd name="p0x1" fmla="*/ 17730 w 17730"/>
                <a:gd name="p0y1" fmla="*/ 0 h 667"/>
                <a:gd name="p0x2" fmla="*/ 17730 w 17730"/>
                <a:gd name="p0y2" fmla="*/ 667 h 667"/>
                <a:gd name="p0x3" fmla="*/ 0 w 17730"/>
                <a:gd name="p0y3" fmla="*/ 667 h 667"/>
                <a:gd name="p0x4" fmla="*/ 0 w 17730"/>
                <a:gd name="p0y4" fmla="*/ 0 h 667"/>
              </a:gdLst>
              <a:ahLst/>
              <a:cxnLst/>
              <a:pathLst>
                <a:path w="17730" h="667">
                  <a:moveTo>
                    <a:pt x="17730" y="0"/>
                  </a:moveTo>
                  <a:lnTo>
                    <a:pt x="17730" y="667"/>
                  </a:lnTo>
                  <a:lnTo>
                    <a:pt x="0" y="667"/>
                  </a:lnTo>
                  <a:lnTo>
                    <a:pt x="0" y="0"/>
                  </a:lnTo>
                  <a:lnTo>
                    <a:pt x="1773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60" name="任意多边形 59"/>
            <p:cNvSpPr/>
            <p:nvPr>
              <p:custDataLst>
                <p:tags r:id="rId51"/>
              </p:custDataLst>
            </p:nvPr>
          </p:nvSpPr>
          <p:spPr>
            <a:xfrm>
              <a:off x="735" y="7987"/>
              <a:ext cx="17730" cy="15"/>
            </a:xfrm>
            <a:custGeom>
              <a:avLst/>
              <a:gdLst>
                <a:gd name="sw" fmla="*/ 1 w 17730"/>
                <a:gd name="sh" fmla="*/ 1 h 15"/>
                <a:gd name="mins" fmla="min sw sh"/>
                <a:gd name="dsw" fmla="+- 0 sw mins"/>
                <a:gd name="dsh" fmla="+- 0 sh mins"/>
                <a:gd name="p0x0" fmla="*/ 17730 w 17730"/>
                <a:gd name="p0y0" fmla="*/ 15 h 15"/>
                <a:gd name="p0x1" fmla="*/ 0 w 17730"/>
                <a:gd name="p0y1" fmla="*/ 15 h 15"/>
                <a:gd name="p0x2" fmla="*/ 0 w 17730"/>
                <a:gd name="p0y2" fmla="*/ 0 h 15"/>
                <a:gd name="p0x3" fmla="*/ 17730 w 17730"/>
                <a:gd name="p0y3" fmla="*/ 0 h 15"/>
                <a:gd name="p0x4" fmla="*/ 17730 w 17730"/>
                <a:gd name="p0y4" fmla="*/ 15 h 15"/>
              </a:gdLst>
              <a:ahLst/>
              <a:cxnLst/>
              <a:pathLst>
                <a:path w="17730" h="15">
                  <a:moveTo>
                    <a:pt x="17730" y="0"/>
                  </a:moveTo>
                  <a:lnTo>
                    <a:pt x="17730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17730" y="0"/>
                  </a:lnTo>
                  <a:close/>
                </a:path>
              </a:pathLst>
            </a:custGeom>
            <a:solidFill>
              <a:srgbClr val="F0E8D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</p:grpSp>
      <p:sp>
        <p:nvSpPr>
          <p:cNvPr id="62" name="任意多边形 61"/>
          <p:cNvSpPr/>
          <p:nvPr>
            <p:custDataLst>
              <p:tags r:id="rId52"/>
            </p:custDataLst>
          </p:nvPr>
        </p:nvSpPr>
        <p:spPr>
          <a:xfrm>
            <a:off x="657225" y="4838700"/>
            <a:ext cx="95250" cy="95250"/>
          </a:xfrm>
          <a:custGeom>
            <a:avLst/>
            <a:gdLst>
              <a:gd name="sw" fmla="*/ 1 w 150"/>
              <a:gd name="sh" fmla="*/ 1 h 150"/>
              <a:gd name="mins" fmla="min sw sh"/>
              <a:gd name="dsw" fmla="+- 0 sw mins"/>
              <a:gd name="dsh" fmla="+- 0 sh mins"/>
              <a:gd name="p0x0" fmla="*/ 75 w 150"/>
              <a:gd name="p0y0" fmla="*/ 0 h 150"/>
              <a:gd name="p0x1" fmla="*/ 116 w 150"/>
              <a:gd name="p0y1" fmla="*/ 0 h 150"/>
              <a:gd name="p0x2" fmla="*/ 150 w 150"/>
              <a:gd name="p0y2" fmla="*/ 33 h 150"/>
              <a:gd name="p0x3" fmla="*/ 150 w 150"/>
              <a:gd name="p0y3" fmla="*/ 75 h 150"/>
              <a:gd name="p0x4" fmla="*/ 150 w 150"/>
              <a:gd name="p0y4" fmla="*/ 116 h 150"/>
              <a:gd name="p0x5" fmla="*/ 116 w 150"/>
              <a:gd name="p0y5" fmla="*/ 150 h 150"/>
              <a:gd name="p0x6" fmla="*/ 75 w 150"/>
              <a:gd name="p0y6" fmla="*/ 150 h 150"/>
              <a:gd name="p0x7" fmla="*/ 33 w 150"/>
              <a:gd name="p0y7" fmla="*/ 150 h 150"/>
              <a:gd name="p0x8" fmla="*/ 0 w 150"/>
              <a:gd name="p0y8" fmla="*/ 116 h 150"/>
              <a:gd name="p0x9" fmla="*/ 0 w 150"/>
              <a:gd name="p0y9" fmla="*/ 75 h 150"/>
              <a:gd name="p0x10" fmla="*/ 0 w 150"/>
              <a:gd name="p0y10" fmla="*/ 33 h 150"/>
              <a:gd name="p0x11" fmla="*/ 33 w 150"/>
              <a:gd name="p0y11" fmla="*/ 0 h 150"/>
              <a:gd name="p0x12" fmla="*/ 75 w 150"/>
              <a:gd name="p0y12" fmla="*/ 0 h 15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5A62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文本框 62"/>
          <p:cNvSpPr txBox="1"/>
          <p:nvPr>
            <p:custDataLst>
              <p:tags r:id="rId53"/>
            </p:custDataLst>
          </p:nvPr>
        </p:nvSpPr>
        <p:spPr>
          <a:xfrm>
            <a:off x="866775" y="4760119"/>
            <a:ext cx="1501159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teacher_query</a:t>
            </a:r>
            <a:endParaRPr sz="150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文本框 63"/>
          <p:cNvSpPr txBox="1"/>
          <p:nvPr>
            <p:custDataLst>
              <p:tags r:id="rId54"/>
            </p:custDataLst>
          </p:nvPr>
        </p:nvSpPr>
        <p:spPr>
          <a:xfrm>
            <a:off x="4034733" y="4719638"/>
            <a:ext cx="3496942" cy="3286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</a:rPr>
              <a:t>老师名录、专长、按困扰匹配</a:t>
            </a:r>
            <a:endParaRPr sz="1500">
              <a:solidFill>
                <a:srgbClr val="6A5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文本框 64"/>
          <p:cNvSpPr txBox="1"/>
          <p:nvPr>
            <p:custDataLst>
              <p:tags r:id="rId55"/>
            </p:custDataLst>
          </p:nvPr>
        </p:nvSpPr>
        <p:spPr>
          <a:xfrm>
            <a:off x="7912674" y="4719638"/>
            <a:ext cx="3622034" cy="3286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本地代码检索公开资料</a:t>
            </a:r>
            <a:endParaRPr sz="1500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任意多边形 65"/>
          <p:cNvSpPr/>
          <p:nvPr>
            <p:custDataLst>
              <p:tags r:id="rId56"/>
            </p:custDataLst>
          </p:nvPr>
        </p:nvSpPr>
        <p:spPr>
          <a:xfrm>
            <a:off x="466725" y="5081270"/>
            <a:ext cx="11258550" cy="41465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730" h="653">
                <a:moveTo>
                  <a:pt x="17730" y="0"/>
                </a:moveTo>
                <a:lnTo>
                  <a:pt x="17730" y="413"/>
                </a:lnTo>
                <a:cubicBezTo>
                  <a:pt x="17730" y="546"/>
                  <a:pt x="17623" y="653"/>
                  <a:pt x="17490" y="653"/>
                </a:cubicBezTo>
                <a:lnTo>
                  <a:pt x="240" y="653"/>
                </a:lnTo>
                <a:cubicBezTo>
                  <a:pt x="107" y="653"/>
                  <a:pt x="0" y="546"/>
                  <a:pt x="0" y="413"/>
                </a:cubicBez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67" name="任意多边形 66"/>
          <p:cNvSpPr/>
          <p:nvPr>
            <p:custDataLst>
              <p:tags r:id="rId57"/>
            </p:custDataLst>
          </p:nvPr>
        </p:nvSpPr>
        <p:spPr>
          <a:xfrm>
            <a:off x="657225" y="5262245"/>
            <a:ext cx="95250" cy="95250"/>
          </a:xfrm>
          <a:custGeom>
            <a:avLst/>
            <a:gdLst>
              <a:gd name="sw" fmla="*/ 1 w 150"/>
              <a:gd name="sh" fmla="*/ 1 h 150"/>
              <a:gd name="mins" fmla="min sw sh"/>
              <a:gd name="dsw" fmla="+- 0 sw mins"/>
              <a:gd name="dsh" fmla="+- 0 sh mins"/>
              <a:gd name="p0x0" fmla="*/ 75 w 150"/>
              <a:gd name="p0y0" fmla="*/ 0 h 150"/>
              <a:gd name="p0x1" fmla="*/ 116 w 150"/>
              <a:gd name="p0y1" fmla="*/ 0 h 150"/>
              <a:gd name="p0x2" fmla="*/ 150 w 150"/>
              <a:gd name="p0y2" fmla="*/ 33 h 150"/>
              <a:gd name="p0x3" fmla="*/ 150 w 150"/>
              <a:gd name="p0y3" fmla="*/ 75 h 150"/>
              <a:gd name="p0x4" fmla="*/ 150 w 150"/>
              <a:gd name="p0y4" fmla="*/ 116 h 150"/>
              <a:gd name="p0x5" fmla="*/ 116 w 150"/>
              <a:gd name="p0y5" fmla="*/ 150 h 150"/>
              <a:gd name="p0x6" fmla="*/ 75 w 150"/>
              <a:gd name="p0y6" fmla="*/ 150 h 150"/>
              <a:gd name="p0x7" fmla="*/ 33 w 150"/>
              <a:gd name="p0y7" fmla="*/ 150 h 150"/>
              <a:gd name="p0x8" fmla="*/ 0 w 150"/>
              <a:gd name="p0y8" fmla="*/ 116 h 150"/>
              <a:gd name="p0x9" fmla="*/ 0 w 150"/>
              <a:gd name="p0y9" fmla="*/ 75 h 150"/>
              <a:gd name="p0x10" fmla="*/ 0 w 150"/>
              <a:gd name="p0y10" fmla="*/ 33 h 150"/>
              <a:gd name="p0x11" fmla="*/ 33 w 150"/>
              <a:gd name="p0y11" fmla="*/ 0 h 150"/>
              <a:gd name="p0x12" fmla="*/ 75 w 150"/>
              <a:gd name="p0y12" fmla="*/ 0 h 15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A7D9F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8" name="文本框 67"/>
          <p:cNvSpPr txBox="1"/>
          <p:nvPr>
            <p:custDataLst>
              <p:tags r:id="rId58"/>
            </p:custDataLst>
          </p:nvPr>
        </p:nvSpPr>
        <p:spPr>
          <a:xfrm>
            <a:off x="866775" y="5183981"/>
            <a:ext cx="1299048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light_assess</a:t>
            </a:r>
            <a:endParaRPr sz="150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文本框 68"/>
          <p:cNvSpPr txBox="1"/>
          <p:nvPr>
            <p:custDataLst>
              <p:tags r:id="rId59"/>
            </p:custDataLst>
          </p:nvPr>
        </p:nvSpPr>
        <p:spPr>
          <a:xfrm>
            <a:off x="4034733" y="5143500"/>
            <a:ext cx="3496942" cy="3286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33000"/>
              </a:lnSpc>
            </a:pPr>
            <a:r>
              <a:rPr lang="en-US" sz="15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sz="15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题快速心情打卡</a:t>
            </a:r>
            <a:endParaRPr lang="zh-CN" sz="1500">
              <a:solidFill>
                <a:srgbClr val="6A5A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文本框 69"/>
          <p:cNvSpPr txBox="1"/>
          <p:nvPr>
            <p:custDataLst>
              <p:tags r:id="rId60"/>
            </p:custDataLst>
          </p:nvPr>
        </p:nvSpPr>
        <p:spPr>
          <a:xfrm>
            <a:off x="7912674" y="5143500"/>
            <a:ext cx="3622034" cy="3286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代码状态机</a:t>
            </a:r>
            <a:r>
              <a:rPr lang="en-US" altLang="zh-CN"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次数累计</a:t>
            </a:r>
            <a:endParaRPr lang="zh-CN" altLang="en-US" sz="1500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任意多边形 71"/>
          <p:cNvSpPr/>
          <p:nvPr>
            <p:custDataLst>
              <p:tags r:id="rId61"/>
            </p:custDataLst>
          </p:nvPr>
        </p:nvSpPr>
        <p:spPr>
          <a:xfrm>
            <a:off x="461645" y="5662295"/>
            <a:ext cx="11268075" cy="733425"/>
          </a:xfrm>
          <a:custGeom>
            <a:avLst/>
            <a:gdLst>
              <a:gd name="sw" fmla="*/ 1 w 17745"/>
              <a:gd name="sh" fmla="*/ 1 h 1155"/>
              <a:gd name="mins" fmla="min sw sh"/>
              <a:gd name="dsw" fmla="+- 0 sw mins"/>
              <a:gd name="dsh" fmla="+- 0 sh mins"/>
              <a:gd name="p0x0" fmla="*/ 240 w 17745"/>
              <a:gd name="p0y0" fmla="*/ 0 h 1155"/>
              <a:gd name="p0x1" fmla="*/ 17505 w 17745"/>
              <a:gd name="p0y1" fmla="*/ 0 h 1155"/>
              <a:gd name="p0x2" fmla="*/ 17637 w 17745"/>
              <a:gd name="p0y2" fmla="*/ 0 h 1155"/>
              <a:gd name="p0x3" fmla="*/ 17745 w 17745"/>
              <a:gd name="p0y3" fmla="*/ 107 h 1155"/>
              <a:gd name="p0x4" fmla="*/ 17745 w 17745"/>
              <a:gd name="p0y4" fmla="*/ 240 h 1155"/>
              <a:gd name="p0x5" fmla="*/ 17745 w 17745"/>
              <a:gd name="p0y5" fmla="*/ 915 h 1155"/>
              <a:gd name="p0x6" fmla="*/ 17745 w 17745"/>
              <a:gd name="p0y6" fmla="*/ 1047 h 1155"/>
              <a:gd name="p0x7" fmla="*/ 17637 w 17745"/>
              <a:gd name="p0y7" fmla="*/ 1155 h 1155"/>
              <a:gd name="p0x8" fmla="*/ 17505 w 17745"/>
              <a:gd name="p0y8" fmla="*/ 1155 h 1155"/>
              <a:gd name="p0x9" fmla="*/ 240 w 17745"/>
              <a:gd name="p0y9" fmla="*/ 1155 h 1155"/>
              <a:gd name="p0x10" fmla="*/ 107 w 17745"/>
              <a:gd name="p0y10" fmla="*/ 1155 h 1155"/>
              <a:gd name="p0x11" fmla="*/ 0 w 17745"/>
              <a:gd name="p0y11" fmla="*/ 1047 h 1155"/>
              <a:gd name="p0x12" fmla="*/ 0 w 17745"/>
              <a:gd name="p0y12" fmla="*/ 915 h 1155"/>
              <a:gd name="p0x13" fmla="*/ 0 w 17745"/>
              <a:gd name="p0y13" fmla="*/ 240 h 1155"/>
              <a:gd name="p0x14" fmla="*/ 0 w 17745"/>
              <a:gd name="p0y14" fmla="*/ 107 h 1155"/>
              <a:gd name="p0x15" fmla="*/ 107 w 17745"/>
              <a:gd name="p0y15" fmla="*/ 0 h 1155"/>
              <a:gd name="p0x16" fmla="*/ 240 w 17745"/>
              <a:gd name="p0y16" fmla="*/ 0 h 11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E8C3"/>
          </a:solidFill>
          <a:ln w="9525" cmpd="sng">
            <a:solidFill>
              <a:srgbClr val="F5A623"/>
            </a:solidFill>
            <a:prstDash val="solid"/>
          </a:ln>
          <a:effectLst>
            <a:outerShdw blurRad="171450" algn="ctr" rotWithShape="0">
              <a:srgbClr val="F5A623">
                <a:alpha val="20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3" name="任意多边形 72"/>
          <p:cNvSpPr/>
          <p:nvPr>
            <p:custDataLst>
              <p:tags r:id="rId62"/>
            </p:custDataLst>
          </p:nvPr>
        </p:nvSpPr>
        <p:spPr>
          <a:xfrm>
            <a:off x="657225" y="581977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5A623"/>
          </a:solidFill>
          <a:ln>
            <a:noFill/>
          </a:ln>
          <a:effectLst>
            <a:outerShdw blurRad="114300" dist="38100" dir="5399999" algn="ctr" rotWithShape="0">
              <a:srgbClr val="5A3A0A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4" name="图片 73"/>
          <p:cNvPicPr>
            <a:picLocks noChangeAspect="1"/>
          </p:cNvPicPr>
          <p:nvPr>
            <p:custDataLst>
              <p:tags r:id="rId63"/>
            </p:custDataLst>
          </p:nvPr>
        </p:nvPicPr>
        <p:blipFill>
          <a:blip r:embed="rId64">
            <a:extLst>
              <a:ext uri="{96DAC541-7B7A-43D3-8B79-37D633B846F1}">
                <asvg:svgBlip xmlns:asvg="http://schemas.microsoft.com/office/drawing/2016/SVG/main" r:embed="rId65"/>
              </a:ext>
            </a:extLst>
          </a:blip>
          <a:stretch>
            <a:fillRect/>
          </a:stretch>
        </p:blipFill>
        <p:spPr>
          <a:xfrm>
            <a:off x="742950" y="5905500"/>
            <a:ext cx="247650" cy="247650"/>
          </a:xfrm>
          <a:prstGeom prst="rect">
            <a:avLst/>
          </a:prstGeom>
          <a:noFill/>
        </p:spPr>
      </p:pic>
      <p:sp>
        <p:nvSpPr>
          <p:cNvPr id="76" name="文本框 75"/>
          <p:cNvSpPr txBox="1"/>
          <p:nvPr>
            <p:custDataLst>
              <p:tags r:id="rId66"/>
            </p:custDataLst>
          </p:nvPr>
        </p:nvSpPr>
        <p:spPr>
          <a:xfrm>
            <a:off x="1228725" y="5862638"/>
            <a:ext cx="1333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安全类意图（</a:t>
            </a:r>
            <a:endParaRPr sz="1500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任意多边形 76"/>
          <p:cNvSpPr/>
          <p:nvPr>
            <p:custDataLst>
              <p:tags r:id="rId67"/>
            </p:custDataLst>
          </p:nvPr>
        </p:nvSpPr>
        <p:spPr>
          <a:xfrm>
            <a:off x="2376170" y="5886450"/>
            <a:ext cx="1683385" cy="280670"/>
          </a:xfrm>
          <a:custGeom>
            <a:avLst/>
            <a:gdLst>
              <a:gd name="sw" fmla="*/ 1 w 2651"/>
              <a:gd name="sh" fmla="*/ 1 h 442"/>
              <a:gd name="mins" fmla="min sw sh"/>
              <a:gd name="dsw" fmla="+- 0 sw mins"/>
              <a:gd name="dsh" fmla="+- 0 sh mins"/>
              <a:gd name="p0x0" fmla="*/ 60 w 2651"/>
              <a:gd name="p0y0" fmla="*/ 0 h 442"/>
              <a:gd name="p0x1" fmla="*/ 2591 w 2651"/>
              <a:gd name="p0y1" fmla="*/ 0 h 442"/>
              <a:gd name="p0x2" fmla="*/ 2624 w 2651"/>
              <a:gd name="p0y2" fmla="*/ 0 h 442"/>
              <a:gd name="p0x3" fmla="*/ 2651 w 2651"/>
              <a:gd name="p0y3" fmla="*/ 26 h 442"/>
              <a:gd name="p0x4" fmla="*/ 2651 w 2651"/>
              <a:gd name="p0y4" fmla="*/ 60 h 442"/>
              <a:gd name="p0x5" fmla="*/ 2651 w 2651"/>
              <a:gd name="p0y5" fmla="*/ 382 h 442"/>
              <a:gd name="p0x6" fmla="*/ 2651 w 2651"/>
              <a:gd name="p0y6" fmla="*/ 415 h 442"/>
              <a:gd name="p0x7" fmla="*/ 2624 w 2651"/>
              <a:gd name="p0y7" fmla="*/ 442 h 442"/>
              <a:gd name="p0x8" fmla="*/ 2591 w 2651"/>
              <a:gd name="p0y8" fmla="*/ 442 h 442"/>
              <a:gd name="p0x9" fmla="*/ 60 w 2651"/>
              <a:gd name="p0y9" fmla="*/ 442 h 442"/>
              <a:gd name="p0x10" fmla="*/ 26 w 2651"/>
              <a:gd name="p0y10" fmla="*/ 442 h 442"/>
              <a:gd name="p0x11" fmla="*/ 0 w 2651"/>
              <a:gd name="p0y11" fmla="*/ 415 h 442"/>
              <a:gd name="p0x12" fmla="*/ 0 w 2651"/>
              <a:gd name="p0y12" fmla="*/ 382 h 442"/>
              <a:gd name="p0x13" fmla="*/ 0 w 2651"/>
              <a:gd name="p0y13" fmla="*/ 60 h 442"/>
              <a:gd name="p0x14" fmla="*/ 0 w 2651"/>
              <a:gd name="p0y14" fmla="*/ 26 h 442"/>
              <a:gd name="p0x15" fmla="*/ 26 w 2651"/>
              <a:gd name="p0y15" fmla="*/ 0 h 442"/>
              <a:gd name="p0x16" fmla="*/ 60 w 2651"/>
              <a:gd name="p0y16" fmla="*/ 0 h 44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8D8C8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8" name="文本框 77"/>
          <p:cNvSpPr txBox="1"/>
          <p:nvPr>
            <p:custDataLst>
              <p:tags r:id="rId68"/>
            </p:custDataLst>
          </p:nvPr>
        </p:nvSpPr>
        <p:spPr>
          <a:xfrm>
            <a:off x="2371725" y="5862638"/>
            <a:ext cx="1797996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675"/>
              <a:t> </a:t>
            </a:r>
            <a:r>
              <a:rPr sz="15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crisis_immediate</a:t>
            </a:r>
            <a:endParaRPr sz="150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文本框 78"/>
          <p:cNvSpPr txBox="1"/>
          <p:nvPr>
            <p:custDataLst>
              <p:tags r:id="rId69"/>
            </p:custDataLst>
          </p:nvPr>
        </p:nvSpPr>
        <p:spPr>
          <a:xfrm>
            <a:off x="4064946" y="5862638"/>
            <a:ext cx="381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endParaRPr sz="1500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任意多边形 79"/>
          <p:cNvSpPr/>
          <p:nvPr>
            <p:custDataLst>
              <p:tags r:id="rId70"/>
            </p:custDataLst>
          </p:nvPr>
        </p:nvSpPr>
        <p:spPr>
          <a:xfrm>
            <a:off x="4259580" y="5886450"/>
            <a:ext cx="1541780" cy="280670"/>
          </a:xfrm>
          <a:custGeom>
            <a:avLst/>
            <a:gdLst>
              <a:gd name="sw" fmla="*/ 1 w 2427"/>
              <a:gd name="sh" fmla="*/ 1 h 442"/>
              <a:gd name="mins" fmla="min sw sh"/>
              <a:gd name="dsw" fmla="+- 0 sw mins"/>
              <a:gd name="dsh" fmla="+- 0 sh mins"/>
              <a:gd name="p0x0" fmla="*/ 60 w 2427"/>
              <a:gd name="p0y0" fmla="*/ 0 h 442"/>
              <a:gd name="p0x1" fmla="*/ 2367 w 2427"/>
              <a:gd name="p0y1" fmla="*/ 0 h 442"/>
              <a:gd name="p0x2" fmla="*/ 2400 w 2427"/>
              <a:gd name="p0y2" fmla="*/ 0 h 442"/>
              <a:gd name="p0x3" fmla="*/ 2427 w 2427"/>
              <a:gd name="p0y3" fmla="*/ 26 h 442"/>
              <a:gd name="p0x4" fmla="*/ 2427 w 2427"/>
              <a:gd name="p0y4" fmla="*/ 60 h 442"/>
              <a:gd name="p0x5" fmla="*/ 2427 w 2427"/>
              <a:gd name="p0y5" fmla="*/ 382 h 442"/>
              <a:gd name="p0x6" fmla="*/ 2427 w 2427"/>
              <a:gd name="p0y6" fmla="*/ 415 h 442"/>
              <a:gd name="p0x7" fmla="*/ 2400 w 2427"/>
              <a:gd name="p0y7" fmla="*/ 442 h 442"/>
              <a:gd name="p0x8" fmla="*/ 2367 w 2427"/>
              <a:gd name="p0y8" fmla="*/ 442 h 442"/>
              <a:gd name="p0x9" fmla="*/ 60 w 2427"/>
              <a:gd name="p0y9" fmla="*/ 442 h 442"/>
              <a:gd name="p0x10" fmla="*/ 26 w 2427"/>
              <a:gd name="p0y10" fmla="*/ 442 h 442"/>
              <a:gd name="p0x11" fmla="*/ 0 w 2427"/>
              <a:gd name="p0y11" fmla="*/ 415 h 442"/>
              <a:gd name="p0x12" fmla="*/ 0 w 2427"/>
              <a:gd name="p0y12" fmla="*/ 382 h 442"/>
              <a:gd name="p0x13" fmla="*/ 0 w 2427"/>
              <a:gd name="p0y13" fmla="*/ 60 h 442"/>
              <a:gd name="p0x14" fmla="*/ 0 w 2427"/>
              <a:gd name="p0y14" fmla="*/ 26 h 442"/>
              <a:gd name="p0x15" fmla="*/ 26 w 2427"/>
              <a:gd name="p0y15" fmla="*/ 0 h 442"/>
              <a:gd name="p0x16" fmla="*/ 60 w 2427"/>
              <a:gd name="p0y16" fmla="*/ 0 h 44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8D8C8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1" name="文本框 80"/>
          <p:cNvSpPr txBox="1"/>
          <p:nvPr>
            <p:custDataLst>
              <p:tags r:id="rId71"/>
            </p:custDataLst>
          </p:nvPr>
        </p:nvSpPr>
        <p:spPr>
          <a:xfrm>
            <a:off x="4255446" y="5862638"/>
            <a:ext cx="1655864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675"/>
              <a:t> </a:t>
            </a:r>
            <a:r>
              <a:rPr sz="15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crisis_high_risk</a:t>
            </a:r>
            <a:endParaRPr sz="150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文本框 81"/>
          <p:cNvSpPr txBox="1"/>
          <p:nvPr>
            <p:custDataLst>
              <p:tags r:id="rId72"/>
            </p:custDataLst>
          </p:nvPr>
        </p:nvSpPr>
        <p:spPr>
          <a:xfrm>
            <a:off x="5806526" y="5862638"/>
            <a:ext cx="5143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r>
              <a:rPr sz="15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优先于所有业务意图</a:t>
            </a:r>
            <a:r>
              <a:rPr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，确保高风险表达不被延迟处理。</a:t>
            </a:r>
            <a:endParaRPr sz="1500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任意多边形 2"/>
          <p:cNvSpPr/>
          <p:nvPr>
            <p:custDataLst>
              <p:tags r:id="rId1"/>
            </p:custDataLst>
          </p:nvPr>
        </p:nvSpPr>
        <p:spPr>
          <a:xfrm>
            <a:off x="457200" y="561975"/>
            <a:ext cx="38100" cy="266700"/>
          </a:xfrm>
          <a:custGeom>
            <a:avLst/>
            <a:gdLst>
              <a:gd name="sw" fmla="*/ 1 w 60"/>
              <a:gd name="sh" fmla="*/ 1 h 420"/>
              <a:gd name="mins" fmla="min sw sh"/>
              <a:gd name="dsw" fmla="+- 0 sw mins"/>
              <a:gd name="dsh" fmla="+- 0 sh mins"/>
              <a:gd name="p0x0" fmla="*/ 30 w 60"/>
              <a:gd name="p0y0" fmla="*/ 0 h 420"/>
              <a:gd name="p0x1" fmla="*/ 46 w 60"/>
              <a:gd name="p0y1" fmla="*/ 0 h 420"/>
              <a:gd name="p0x2" fmla="*/ 60 w 60"/>
              <a:gd name="p0y2" fmla="*/ 13 h 420"/>
              <a:gd name="p0x3" fmla="*/ 60 w 60"/>
              <a:gd name="p0y3" fmla="*/ 30 h 420"/>
              <a:gd name="p0x4" fmla="*/ 60 w 60"/>
              <a:gd name="p0y4" fmla="*/ 390 h 420"/>
              <a:gd name="p0x5" fmla="*/ 60 w 60"/>
              <a:gd name="p0y5" fmla="*/ 406 h 420"/>
              <a:gd name="p0x6" fmla="*/ 46 w 60"/>
              <a:gd name="p0y6" fmla="*/ 420 h 420"/>
              <a:gd name="p0x7" fmla="*/ 30 w 60"/>
              <a:gd name="p0y7" fmla="*/ 420 h 420"/>
              <a:gd name="p0x8" fmla="*/ 13 w 60"/>
              <a:gd name="p0y8" fmla="*/ 420 h 420"/>
              <a:gd name="p0x9" fmla="*/ 0 w 60"/>
              <a:gd name="p0y9" fmla="*/ 406 h 420"/>
              <a:gd name="p0x10" fmla="*/ 0 w 60"/>
              <a:gd name="p0y10" fmla="*/ 390 h 420"/>
              <a:gd name="p0x11" fmla="*/ 0 w 60"/>
              <a:gd name="p0y11" fmla="*/ 30 h 420"/>
              <a:gd name="p0x12" fmla="*/ 0 w 60"/>
              <a:gd name="p0y12" fmla="*/ 13 h 420"/>
              <a:gd name="p0x13" fmla="*/ 13 w 60"/>
              <a:gd name="p0y13" fmla="*/ 0 h 420"/>
              <a:gd name="p0x14" fmla="*/ 30 w 60"/>
              <a:gd name="p0y14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5A62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609600" y="433388"/>
            <a:ext cx="4191000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30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7 </a:t>
            </a:r>
            <a:r>
              <a:rPr sz="30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知识库设计与内容来源</a:t>
            </a:r>
            <a:endParaRPr sz="300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6424295" y="250190"/>
            <a:ext cx="5586730" cy="3806190"/>
          </a:xfrm>
          <a:custGeom>
            <a:avLst/>
            <a:gdLst>
              <a:gd name="sw" fmla="*/ 1 w 8715"/>
              <a:gd name="sh" fmla="*/ 1 h 4354"/>
              <a:gd name="mins" fmla="min sw sh"/>
              <a:gd name="dsw" fmla="+- 0 sw mins"/>
              <a:gd name="dsh" fmla="+- 0 sh mins"/>
              <a:gd name="p0x0" fmla="*/ 240 w 8715"/>
              <a:gd name="p0y0" fmla="*/ 0 h 4354"/>
              <a:gd name="p0x1" fmla="*/ 8475 w 8715"/>
              <a:gd name="p0y1" fmla="*/ 0 h 4354"/>
              <a:gd name="p0x2" fmla="*/ 8607 w 8715"/>
              <a:gd name="p0y2" fmla="*/ 0 h 4354"/>
              <a:gd name="p0x3" fmla="*/ 8715 w 8715"/>
              <a:gd name="p0y3" fmla="*/ 107 h 4354"/>
              <a:gd name="p0x4" fmla="*/ 8715 w 8715"/>
              <a:gd name="p0y4" fmla="*/ 240 h 4354"/>
              <a:gd name="p0x5" fmla="*/ 8715 w 8715"/>
              <a:gd name="p0y5" fmla="*/ 4114 h 4354"/>
              <a:gd name="p0x6" fmla="*/ 8715 w 8715"/>
              <a:gd name="p0y6" fmla="*/ 4246 h 4354"/>
              <a:gd name="p0x7" fmla="*/ 8607 w 8715"/>
              <a:gd name="p0y7" fmla="*/ 4354 h 4354"/>
              <a:gd name="p0x8" fmla="*/ 8475 w 8715"/>
              <a:gd name="p0y8" fmla="*/ 4354 h 4354"/>
              <a:gd name="p0x9" fmla="*/ 240 w 8715"/>
              <a:gd name="p0y9" fmla="*/ 4354 h 4354"/>
              <a:gd name="p0x10" fmla="*/ 107 w 8715"/>
              <a:gd name="p0y10" fmla="*/ 4354 h 4354"/>
              <a:gd name="p0x11" fmla="*/ 0 w 8715"/>
              <a:gd name="p0y11" fmla="*/ 4246 h 4354"/>
              <a:gd name="p0x12" fmla="*/ 0 w 8715"/>
              <a:gd name="p0y12" fmla="*/ 4114 h 4354"/>
              <a:gd name="p0x13" fmla="*/ 0 w 8715"/>
              <a:gd name="p0y13" fmla="*/ 240 h 4354"/>
              <a:gd name="p0x14" fmla="*/ 0 w 8715"/>
              <a:gd name="p0y14" fmla="*/ 107 h 4354"/>
              <a:gd name="p0x15" fmla="*/ 107 w 8715"/>
              <a:gd name="p0y15" fmla="*/ 0 h 4354"/>
              <a:gd name="p0x16" fmla="*/ 240 w 8715"/>
              <a:gd name="p0y16" fmla="*/ 0 h 435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EFCF9"/>
          </a:solidFill>
          <a:ln w="9525" cmpd="sng">
            <a:solidFill>
              <a:srgbClr val="F0E8DC"/>
            </a:solidFill>
            <a:prstDash val="solid"/>
          </a:ln>
          <a:effectLst>
            <a:outerShdw blurRad="42863" dist="9525" dir="5399999" algn="ctr" rotWithShape="0">
              <a:srgbClr val="5A3A0A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>
            <p:custDataLst>
              <p:tags r:id="rId4"/>
            </p:custDataLst>
          </p:nvPr>
        </p:nvSpPr>
        <p:spPr>
          <a:xfrm>
            <a:off x="6720205" y="38481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E8C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05930" y="470535"/>
            <a:ext cx="247650" cy="247650"/>
          </a:xfrm>
          <a:prstGeom prst="rect">
            <a:avLst/>
          </a:prstGeom>
          <a:noFill/>
        </p:spPr>
      </p:pic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7253605" y="444341"/>
            <a:ext cx="2286076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校园心理服务知识库</a:t>
            </a:r>
            <a:endParaRPr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任意多边形 9"/>
          <p:cNvSpPr/>
          <p:nvPr>
            <p:custDataLst>
              <p:tags r:id="rId9"/>
            </p:custDataLst>
          </p:nvPr>
        </p:nvSpPr>
        <p:spPr>
          <a:xfrm>
            <a:off x="6710680" y="924560"/>
            <a:ext cx="5057775" cy="506730"/>
          </a:xfrm>
          <a:custGeom>
            <a:avLst/>
            <a:gdLst>
              <a:gd name="sw" fmla="*/ 1 w 7965"/>
              <a:gd name="sh" fmla="*/ 1 h 750"/>
              <a:gd name="mins" fmla="min sw sh"/>
              <a:gd name="dsw" fmla="+- 0 sw mins"/>
              <a:gd name="dsh" fmla="+- 0 sh mins"/>
              <a:gd name="p0x0" fmla="*/ 120 w 7965"/>
              <a:gd name="p0y0" fmla="*/ 0 h 750"/>
              <a:gd name="p0x1" fmla="*/ 7845 w 7965"/>
              <a:gd name="p0y1" fmla="*/ 0 h 750"/>
              <a:gd name="p0x2" fmla="*/ 7911 w 7965"/>
              <a:gd name="p0y2" fmla="*/ 0 h 750"/>
              <a:gd name="p0x3" fmla="*/ 7965 w 7965"/>
              <a:gd name="p0y3" fmla="*/ 53 h 750"/>
              <a:gd name="p0x4" fmla="*/ 7965 w 7965"/>
              <a:gd name="p0y4" fmla="*/ 120 h 750"/>
              <a:gd name="p0x5" fmla="*/ 7965 w 7965"/>
              <a:gd name="p0y5" fmla="*/ 630 h 750"/>
              <a:gd name="p0x6" fmla="*/ 7965 w 7965"/>
              <a:gd name="p0y6" fmla="*/ 696 h 750"/>
              <a:gd name="p0x7" fmla="*/ 7911 w 7965"/>
              <a:gd name="p0y7" fmla="*/ 750 h 750"/>
              <a:gd name="p0x8" fmla="*/ 7845 w 7965"/>
              <a:gd name="p0y8" fmla="*/ 750 h 750"/>
              <a:gd name="p0x9" fmla="*/ 120 w 7965"/>
              <a:gd name="p0y9" fmla="*/ 750 h 750"/>
              <a:gd name="p0x10" fmla="*/ 53 w 7965"/>
              <a:gd name="p0y10" fmla="*/ 750 h 750"/>
              <a:gd name="p0x11" fmla="*/ 0 w 7965"/>
              <a:gd name="p0y11" fmla="*/ 696 h 750"/>
              <a:gd name="p0x12" fmla="*/ 0 w 7965"/>
              <a:gd name="p0y12" fmla="*/ 630 h 750"/>
              <a:gd name="p0x13" fmla="*/ 0 w 7965"/>
              <a:gd name="p0y13" fmla="*/ 120 h 750"/>
              <a:gd name="p0x14" fmla="*/ 0 w 7965"/>
              <a:gd name="p0y14" fmla="*/ 53 h 750"/>
              <a:gd name="p0x15" fmla="*/ 53 w 7965"/>
              <a:gd name="p0y15" fmla="*/ 0 h 750"/>
              <a:gd name="p0x16" fmla="*/ 120 w 7965"/>
              <a:gd name="p0y16" fmla="*/ 0 h 7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F0E8D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任意多边形 10"/>
          <p:cNvSpPr/>
          <p:nvPr>
            <p:custDataLst>
              <p:tags r:id="rId10"/>
            </p:custDataLst>
          </p:nvPr>
        </p:nvSpPr>
        <p:spPr>
          <a:xfrm>
            <a:off x="6882130" y="1168400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5A62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11"/>
            </p:custDataLst>
          </p:nvPr>
        </p:nvSpPr>
        <p:spPr>
          <a:xfrm>
            <a:off x="7072630" y="1077913"/>
            <a:ext cx="19050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预约渠道与操作步骤</a:t>
            </a:r>
            <a:endParaRPr sz="1500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任意多边形 12"/>
          <p:cNvSpPr/>
          <p:nvPr>
            <p:custDataLst>
              <p:tags r:id="rId12"/>
            </p:custDataLst>
          </p:nvPr>
        </p:nvSpPr>
        <p:spPr>
          <a:xfrm>
            <a:off x="6715125" y="1602740"/>
            <a:ext cx="5057775" cy="466725"/>
          </a:xfrm>
          <a:custGeom>
            <a:avLst/>
            <a:gdLst>
              <a:gd name="sw" fmla="*/ 1 w 7965"/>
              <a:gd name="sh" fmla="*/ 1 h 750"/>
              <a:gd name="mins" fmla="min sw sh"/>
              <a:gd name="dsw" fmla="+- 0 sw mins"/>
              <a:gd name="dsh" fmla="+- 0 sh mins"/>
              <a:gd name="p0x0" fmla="*/ 120 w 7965"/>
              <a:gd name="p0y0" fmla="*/ 0 h 750"/>
              <a:gd name="p0x1" fmla="*/ 7845 w 7965"/>
              <a:gd name="p0y1" fmla="*/ 0 h 750"/>
              <a:gd name="p0x2" fmla="*/ 7911 w 7965"/>
              <a:gd name="p0y2" fmla="*/ 0 h 750"/>
              <a:gd name="p0x3" fmla="*/ 7965 w 7965"/>
              <a:gd name="p0y3" fmla="*/ 53 h 750"/>
              <a:gd name="p0x4" fmla="*/ 7965 w 7965"/>
              <a:gd name="p0y4" fmla="*/ 120 h 750"/>
              <a:gd name="p0x5" fmla="*/ 7965 w 7965"/>
              <a:gd name="p0y5" fmla="*/ 630 h 750"/>
              <a:gd name="p0x6" fmla="*/ 7965 w 7965"/>
              <a:gd name="p0y6" fmla="*/ 696 h 750"/>
              <a:gd name="p0x7" fmla="*/ 7911 w 7965"/>
              <a:gd name="p0y7" fmla="*/ 750 h 750"/>
              <a:gd name="p0x8" fmla="*/ 7845 w 7965"/>
              <a:gd name="p0y8" fmla="*/ 750 h 750"/>
              <a:gd name="p0x9" fmla="*/ 120 w 7965"/>
              <a:gd name="p0y9" fmla="*/ 750 h 750"/>
              <a:gd name="p0x10" fmla="*/ 53 w 7965"/>
              <a:gd name="p0y10" fmla="*/ 750 h 750"/>
              <a:gd name="p0x11" fmla="*/ 0 w 7965"/>
              <a:gd name="p0y11" fmla="*/ 696 h 750"/>
              <a:gd name="p0x12" fmla="*/ 0 w 7965"/>
              <a:gd name="p0y12" fmla="*/ 630 h 750"/>
              <a:gd name="p0x13" fmla="*/ 0 w 7965"/>
              <a:gd name="p0y13" fmla="*/ 120 h 750"/>
              <a:gd name="p0x14" fmla="*/ 0 w 7965"/>
              <a:gd name="p0y14" fmla="*/ 53 h 750"/>
              <a:gd name="p0x15" fmla="*/ 53 w 7965"/>
              <a:gd name="p0y15" fmla="*/ 0 h 750"/>
              <a:gd name="p0x16" fmla="*/ 120 w 7965"/>
              <a:gd name="p0y16" fmla="*/ 0 h 7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F0E8D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>
            <p:custDataLst>
              <p:tags r:id="rId13"/>
            </p:custDataLst>
          </p:nvPr>
        </p:nvSpPr>
        <p:spPr>
          <a:xfrm>
            <a:off x="6863080" y="1820545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5A62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7053580" y="1730058"/>
            <a:ext cx="19050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咨询电话与服务地址</a:t>
            </a:r>
            <a:endParaRPr sz="1500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15"/>
            </p:custDataLst>
          </p:nvPr>
        </p:nvSpPr>
        <p:spPr>
          <a:xfrm>
            <a:off x="6715125" y="2163445"/>
            <a:ext cx="5057775" cy="586105"/>
          </a:xfrm>
          <a:custGeom>
            <a:avLst/>
            <a:gdLst>
              <a:gd name="sw" fmla="*/ 1 w 7965"/>
              <a:gd name="sh" fmla="*/ 1 h 750"/>
              <a:gd name="mins" fmla="min sw sh"/>
              <a:gd name="dsw" fmla="+- 0 sw mins"/>
              <a:gd name="dsh" fmla="+- 0 sh mins"/>
              <a:gd name="p0x0" fmla="*/ 120 w 7965"/>
              <a:gd name="p0y0" fmla="*/ 0 h 750"/>
              <a:gd name="p0x1" fmla="*/ 7845 w 7965"/>
              <a:gd name="p0y1" fmla="*/ 0 h 750"/>
              <a:gd name="p0x2" fmla="*/ 7911 w 7965"/>
              <a:gd name="p0y2" fmla="*/ 0 h 750"/>
              <a:gd name="p0x3" fmla="*/ 7965 w 7965"/>
              <a:gd name="p0y3" fmla="*/ 53 h 750"/>
              <a:gd name="p0x4" fmla="*/ 7965 w 7965"/>
              <a:gd name="p0y4" fmla="*/ 120 h 750"/>
              <a:gd name="p0x5" fmla="*/ 7965 w 7965"/>
              <a:gd name="p0y5" fmla="*/ 630 h 750"/>
              <a:gd name="p0x6" fmla="*/ 7965 w 7965"/>
              <a:gd name="p0y6" fmla="*/ 696 h 750"/>
              <a:gd name="p0x7" fmla="*/ 7911 w 7965"/>
              <a:gd name="p0y7" fmla="*/ 750 h 750"/>
              <a:gd name="p0x8" fmla="*/ 7845 w 7965"/>
              <a:gd name="p0y8" fmla="*/ 750 h 750"/>
              <a:gd name="p0x9" fmla="*/ 120 w 7965"/>
              <a:gd name="p0y9" fmla="*/ 750 h 750"/>
              <a:gd name="p0x10" fmla="*/ 53 w 7965"/>
              <a:gd name="p0y10" fmla="*/ 750 h 750"/>
              <a:gd name="p0x11" fmla="*/ 0 w 7965"/>
              <a:gd name="p0y11" fmla="*/ 696 h 750"/>
              <a:gd name="p0x12" fmla="*/ 0 w 7965"/>
              <a:gd name="p0y12" fmla="*/ 630 h 750"/>
              <a:gd name="p0x13" fmla="*/ 0 w 7965"/>
              <a:gd name="p0y13" fmla="*/ 120 h 750"/>
              <a:gd name="p0x14" fmla="*/ 0 w 7965"/>
              <a:gd name="p0y14" fmla="*/ 53 h 750"/>
              <a:gd name="p0x15" fmla="*/ 53 w 7965"/>
              <a:gd name="p0y15" fmla="*/ 0 h 750"/>
              <a:gd name="p0x16" fmla="*/ 120 w 7965"/>
              <a:gd name="p0y16" fmla="*/ 0 h 7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F0E8D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>
            <p:custDataLst>
              <p:tags r:id="rId16"/>
            </p:custDataLst>
          </p:nvPr>
        </p:nvSpPr>
        <p:spPr>
          <a:xfrm>
            <a:off x="6882130" y="2449195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5A62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17"/>
            </p:custDataLst>
          </p:nvPr>
        </p:nvSpPr>
        <p:spPr>
          <a:xfrm>
            <a:off x="7072630" y="2358708"/>
            <a:ext cx="20955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开放时间与节假日提示</a:t>
            </a:r>
            <a:endParaRPr sz="1500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18"/>
            </p:custDataLst>
          </p:nvPr>
        </p:nvSpPr>
        <p:spPr>
          <a:xfrm>
            <a:off x="6710680" y="2811780"/>
            <a:ext cx="5057775" cy="476250"/>
          </a:xfrm>
          <a:custGeom>
            <a:avLst/>
            <a:gdLst>
              <a:gd name="sw" fmla="*/ 1 w 7965"/>
              <a:gd name="sh" fmla="*/ 1 h 750"/>
              <a:gd name="mins" fmla="min sw sh"/>
              <a:gd name="dsw" fmla="+- 0 sw mins"/>
              <a:gd name="dsh" fmla="+- 0 sh mins"/>
              <a:gd name="p0x0" fmla="*/ 120 w 7965"/>
              <a:gd name="p0y0" fmla="*/ 0 h 750"/>
              <a:gd name="p0x1" fmla="*/ 7845 w 7965"/>
              <a:gd name="p0y1" fmla="*/ 0 h 750"/>
              <a:gd name="p0x2" fmla="*/ 7911 w 7965"/>
              <a:gd name="p0y2" fmla="*/ 0 h 750"/>
              <a:gd name="p0x3" fmla="*/ 7965 w 7965"/>
              <a:gd name="p0y3" fmla="*/ 53 h 750"/>
              <a:gd name="p0x4" fmla="*/ 7965 w 7965"/>
              <a:gd name="p0y4" fmla="*/ 120 h 750"/>
              <a:gd name="p0x5" fmla="*/ 7965 w 7965"/>
              <a:gd name="p0y5" fmla="*/ 630 h 750"/>
              <a:gd name="p0x6" fmla="*/ 7965 w 7965"/>
              <a:gd name="p0y6" fmla="*/ 696 h 750"/>
              <a:gd name="p0x7" fmla="*/ 7911 w 7965"/>
              <a:gd name="p0y7" fmla="*/ 750 h 750"/>
              <a:gd name="p0x8" fmla="*/ 7845 w 7965"/>
              <a:gd name="p0y8" fmla="*/ 750 h 750"/>
              <a:gd name="p0x9" fmla="*/ 120 w 7965"/>
              <a:gd name="p0y9" fmla="*/ 750 h 750"/>
              <a:gd name="p0x10" fmla="*/ 53 w 7965"/>
              <a:gd name="p0y10" fmla="*/ 750 h 750"/>
              <a:gd name="p0x11" fmla="*/ 0 w 7965"/>
              <a:gd name="p0y11" fmla="*/ 696 h 750"/>
              <a:gd name="p0x12" fmla="*/ 0 w 7965"/>
              <a:gd name="p0y12" fmla="*/ 630 h 750"/>
              <a:gd name="p0x13" fmla="*/ 0 w 7965"/>
              <a:gd name="p0y13" fmla="*/ 120 h 750"/>
              <a:gd name="p0x14" fmla="*/ 0 w 7965"/>
              <a:gd name="p0y14" fmla="*/ 53 h 750"/>
              <a:gd name="p0x15" fmla="*/ 53 w 7965"/>
              <a:gd name="p0y15" fmla="*/ 0 h 750"/>
              <a:gd name="p0x16" fmla="*/ 120 w 7965"/>
              <a:gd name="p0y16" fmla="*/ 0 h 7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F0E8D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>
            <p:custDataLst>
              <p:tags r:id="rId19"/>
            </p:custDataLst>
          </p:nvPr>
        </p:nvSpPr>
        <p:spPr>
          <a:xfrm>
            <a:off x="6882130" y="3020695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5A62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20"/>
            </p:custDataLst>
          </p:nvPr>
        </p:nvSpPr>
        <p:spPr>
          <a:xfrm>
            <a:off x="7072630" y="2930208"/>
            <a:ext cx="24765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收费、保密边界和取消规则</a:t>
            </a:r>
            <a:endParaRPr sz="1500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任意多边形 21"/>
          <p:cNvSpPr/>
          <p:nvPr>
            <p:custDataLst>
              <p:tags r:id="rId21"/>
            </p:custDataLst>
          </p:nvPr>
        </p:nvSpPr>
        <p:spPr>
          <a:xfrm>
            <a:off x="6710680" y="3373755"/>
            <a:ext cx="5057775" cy="476250"/>
          </a:xfrm>
          <a:custGeom>
            <a:avLst/>
            <a:gdLst>
              <a:gd name="sw" fmla="*/ 1 w 7965"/>
              <a:gd name="sh" fmla="*/ 1 h 750"/>
              <a:gd name="mins" fmla="min sw sh"/>
              <a:gd name="dsw" fmla="+- 0 sw mins"/>
              <a:gd name="dsh" fmla="+- 0 sh mins"/>
              <a:gd name="p0x0" fmla="*/ 120 w 7965"/>
              <a:gd name="p0y0" fmla="*/ 0 h 750"/>
              <a:gd name="p0x1" fmla="*/ 7845 w 7965"/>
              <a:gd name="p0y1" fmla="*/ 0 h 750"/>
              <a:gd name="p0x2" fmla="*/ 7911 w 7965"/>
              <a:gd name="p0y2" fmla="*/ 0 h 750"/>
              <a:gd name="p0x3" fmla="*/ 7965 w 7965"/>
              <a:gd name="p0y3" fmla="*/ 53 h 750"/>
              <a:gd name="p0x4" fmla="*/ 7965 w 7965"/>
              <a:gd name="p0y4" fmla="*/ 120 h 750"/>
              <a:gd name="p0x5" fmla="*/ 7965 w 7965"/>
              <a:gd name="p0y5" fmla="*/ 630 h 750"/>
              <a:gd name="p0x6" fmla="*/ 7965 w 7965"/>
              <a:gd name="p0y6" fmla="*/ 696 h 750"/>
              <a:gd name="p0x7" fmla="*/ 7911 w 7965"/>
              <a:gd name="p0y7" fmla="*/ 750 h 750"/>
              <a:gd name="p0x8" fmla="*/ 7845 w 7965"/>
              <a:gd name="p0y8" fmla="*/ 750 h 750"/>
              <a:gd name="p0x9" fmla="*/ 120 w 7965"/>
              <a:gd name="p0y9" fmla="*/ 750 h 750"/>
              <a:gd name="p0x10" fmla="*/ 53 w 7965"/>
              <a:gd name="p0y10" fmla="*/ 750 h 750"/>
              <a:gd name="p0x11" fmla="*/ 0 w 7965"/>
              <a:gd name="p0y11" fmla="*/ 696 h 750"/>
              <a:gd name="p0x12" fmla="*/ 0 w 7965"/>
              <a:gd name="p0y12" fmla="*/ 630 h 750"/>
              <a:gd name="p0x13" fmla="*/ 0 w 7965"/>
              <a:gd name="p0y13" fmla="*/ 120 h 750"/>
              <a:gd name="p0x14" fmla="*/ 0 w 7965"/>
              <a:gd name="p0y14" fmla="*/ 53 h 750"/>
              <a:gd name="p0x15" fmla="*/ 53 w 7965"/>
              <a:gd name="p0y15" fmla="*/ 0 h 750"/>
              <a:gd name="p0x16" fmla="*/ 120 w 7965"/>
              <a:gd name="p0y16" fmla="*/ 0 h 7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F0E8D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任意多边形 22"/>
          <p:cNvSpPr/>
          <p:nvPr>
            <p:custDataLst>
              <p:tags r:id="rId22"/>
            </p:custDataLst>
          </p:nvPr>
        </p:nvSpPr>
        <p:spPr>
          <a:xfrm>
            <a:off x="2792095" y="1659890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5A62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23"/>
            </p:custDataLst>
          </p:nvPr>
        </p:nvSpPr>
        <p:spPr>
          <a:xfrm>
            <a:off x="7063105" y="3588068"/>
            <a:ext cx="22860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校内心理资源与转介方式</a:t>
            </a:r>
            <a:endParaRPr sz="1500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任意多边形 24"/>
          <p:cNvSpPr/>
          <p:nvPr>
            <p:custDataLst>
              <p:tags r:id="rId24"/>
            </p:custDataLst>
          </p:nvPr>
        </p:nvSpPr>
        <p:spPr>
          <a:xfrm>
            <a:off x="372745" y="1017905"/>
            <a:ext cx="5544820" cy="3038475"/>
          </a:xfrm>
          <a:custGeom>
            <a:avLst/>
            <a:gdLst>
              <a:gd name="sw" fmla="*/ 1 w 8715"/>
              <a:gd name="sh" fmla="*/ 1 h 4354"/>
              <a:gd name="mins" fmla="min sw sh"/>
              <a:gd name="dsw" fmla="+- 0 sw mins"/>
              <a:gd name="dsh" fmla="+- 0 sh mins"/>
              <a:gd name="p0x0" fmla="*/ 240 w 8715"/>
              <a:gd name="p0y0" fmla="*/ 0 h 4354"/>
              <a:gd name="p0x1" fmla="*/ 8475 w 8715"/>
              <a:gd name="p0y1" fmla="*/ 0 h 4354"/>
              <a:gd name="p0x2" fmla="*/ 8607 w 8715"/>
              <a:gd name="p0y2" fmla="*/ 0 h 4354"/>
              <a:gd name="p0x3" fmla="*/ 8715 w 8715"/>
              <a:gd name="p0y3" fmla="*/ 107 h 4354"/>
              <a:gd name="p0x4" fmla="*/ 8715 w 8715"/>
              <a:gd name="p0y4" fmla="*/ 240 h 4354"/>
              <a:gd name="p0x5" fmla="*/ 8715 w 8715"/>
              <a:gd name="p0y5" fmla="*/ 4114 h 4354"/>
              <a:gd name="p0x6" fmla="*/ 8715 w 8715"/>
              <a:gd name="p0y6" fmla="*/ 4246 h 4354"/>
              <a:gd name="p0x7" fmla="*/ 8607 w 8715"/>
              <a:gd name="p0y7" fmla="*/ 4354 h 4354"/>
              <a:gd name="p0x8" fmla="*/ 8475 w 8715"/>
              <a:gd name="p0y8" fmla="*/ 4354 h 4354"/>
              <a:gd name="p0x9" fmla="*/ 240 w 8715"/>
              <a:gd name="p0y9" fmla="*/ 4354 h 4354"/>
              <a:gd name="p0x10" fmla="*/ 107 w 8715"/>
              <a:gd name="p0y10" fmla="*/ 4354 h 4354"/>
              <a:gd name="p0x11" fmla="*/ 0 w 8715"/>
              <a:gd name="p0y11" fmla="*/ 4246 h 4354"/>
              <a:gd name="p0x12" fmla="*/ 0 w 8715"/>
              <a:gd name="p0y12" fmla="*/ 4114 h 4354"/>
              <a:gd name="p0x13" fmla="*/ 0 w 8715"/>
              <a:gd name="p0y13" fmla="*/ 240 h 4354"/>
              <a:gd name="p0x14" fmla="*/ 0 w 8715"/>
              <a:gd name="p0y14" fmla="*/ 107 h 4354"/>
              <a:gd name="p0x15" fmla="*/ 107 w 8715"/>
              <a:gd name="p0y15" fmla="*/ 0 h 4354"/>
              <a:gd name="p0x16" fmla="*/ 240 w 8715"/>
              <a:gd name="p0y16" fmla="*/ 0 h 435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EFCF9"/>
          </a:solidFill>
          <a:ln w="9525" cmpd="sng">
            <a:solidFill>
              <a:srgbClr val="F0E8DC"/>
            </a:solidFill>
            <a:prstDash val="solid"/>
          </a:ln>
          <a:effectLst>
            <a:outerShdw blurRad="42863" dist="9525" dir="5399999" algn="ctr" rotWithShape="0">
              <a:srgbClr val="5A3A0A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任意多边形 25"/>
          <p:cNvSpPr/>
          <p:nvPr>
            <p:custDataLst>
              <p:tags r:id="rId25"/>
            </p:custDataLst>
          </p:nvPr>
        </p:nvSpPr>
        <p:spPr>
          <a:xfrm>
            <a:off x="644525" y="119824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2E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7" name="图片 26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30250" y="1283970"/>
            <a:ext cx="247650" cy="247650"/>
          </a:xfrm>
          <a:prstGeom prst="rect">
            <a:avLst/>
          </a:prstGeom>
          <a:noFill/>
        </p:spPr>
      </p:pic>
      <p:sp>
        <p:nvSpPr>
          <p:cNvPr id="29" name="文本框 28"/>
          <p:cNvSpPr txBox="1"/>
          <p:nvPr>
            <p:custDataLst>
              <p:tags r:id="rId29"/>
            </p:custDataLst>
          </p:nvPr>
        </p:nvSpPr>
        <p:spPr>
          <a:xfrm>
            <a:off x="1177925" y="1257776"/>
            <a:ext cx="2057476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心理老师公开信息</a:t>
            </a:r>
            <a:endParaRPr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任意多边形 29"/>
          <p:cNvSpPr/>
          <p:nvPr>
            <p:custDataLst>
              <p:tags r:id="rId30"/>
            </p:custDataLst>
          </p:nvPr>
        </p:nvSpPr>
        <p:spPr>
          <a:xfrm>
            <a:off x="644525" y="1736090"/>
            <a:ext cx="5057775" cy="476250"/>
          </a:xfrm>
          <a:custGeom>
            <a:avLst/>
            <a:gdLst>
              <a:gd name="sw" fmla="*/ 1 w 7965"/>
              <a:gd name="sh" fmla="*/ 1 h 750"/>
              <a:gd name="mins" fmla="min sw sh"/>
              <a:gd name="dsw" fmla="+- 0 sw mins"/>
              <a:gd name="dsh" fmla="+- 0 sh mins"/>
              <a:gd name="p0x0" fmla="*/ 120 w 7965"/>
              <a:gd name="p0y0" fmla="*/ 0 h 750"/>
              <a:gd name="p0x1" fmla="*/ 7845 w 7965"/>
              <a:gd name="p0y1" fmla="*/ 0 h 750"/>
              <a:gd name="p0x2" fmla="*/ 7911 w 7965"/>
              <a:gd name="p0y2" fmla="*/ 0 h 750"/>
              <a:gd name="p0x3" fmla="*/ 7965 w 7965"/>
              <a:gd name="p0y3" fmla="*/ 53 h 750"/>
              <a:gd name="p0x4" fmla="*/ 7965 w 7965"/>
              <a:gd name="p0y4" fmla="*/ 120 h 750"/>
              <a:gd name="p0x5" fmla="*/ 7965 w 7965"/>
              <a:gd name="p0y5" fmla="*/ 630 h 750"/>
              <a:gd name="p0x6" fmla="*/ 7965 w 7965"/>
              <a:gd name="p0y6" fmla="*/ 696 h 750"/>
              <a:gd name="p0x7" fmla="*/ 7911 w 7965"/>
              <a:gd name="p0y7" fmla="*/ 750 h 750"/>
              <a:gd name="p0x8" fmla="*/ 7845 w 7965"/>
              <a:gd name="p0y8" fmla="*/ 750 h 750"/>
              <a:gd name="p0x9" fmla="*/ 120 w 7965"/>
              <a:gd name="p0y9" fmla="*/ 750 h 750"/>
              <a:gd name="p0x10" fmla="*/ 53 w 7965"/>
              <a:gd name="p0y10" fmla="*/ 750 h 750"/>
              <a:gd name="p0x11" fmla="*/ 0 w 7965"/>
              <a:gd name="p0y11" fmla="*/ 696 h 750"/>
              <a:gd name="p0x12" fmla="*/ 0 w 7965"/>
              <a:gd name="p0y12" fmla="*/ 630 h 750"/>
              <a:gd name="p0x13" fmla="*/ 0 w 7965"/>
              <a:gd name="p0y13" fmla="*/ 120 h 750"/>
              <a:gd name="p0x14" fmla="*/ 0 w 7965"/>
              <a:gd name="p0y14" fmla="*/ 53 h 750"/>
              <a:gd name="p0x15" fmla="*/ 53 w 7965"/>
              <a:gd name="p0y15" fmla="*/ 0 h 750"/>
              <a:gd name="p0x16" fmla="*/ 120 w 7965"/>
              <a:gd name="p0y16" fmla="*/ 0 h 7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F0E8D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任意多边形 30"/>
          <p:cNvSpPr/>
          <p:nvPr>
            <p:custDataLst>
              <p:tags r:id="rId31"/>
            </p:custDataLst>
          </p:nvPr>
        </p:nvSpPr>
        <p:spPr>
          <a:xfrm>
            <a:off x="802005" y="1931670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5A62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>
            <p:custDataLst>
              <p:tags r:id="rId32"/>
            </p:custDataLst>
          </p:nvPr>
        </p:nvSpPr>
        <p:spPr>
          <a:xfrm>
            <a:off x="992505" y="1841183"/>
            <a:ext cx="1978743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姓名与公开职称</a:t>
            </a:r>
            <a:r>
              <a:rPr lang="en-US" altLang="zh-CN"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资质</a:t>
            </a:r>
            <a:endParaRPr lang="zh-CN" altLang="en-US" sz="1500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任意多边形 32"/>
          <p:cNvSpPr/>
          <p:nvPr>
            <p:custDataLst>
              <p:tags r:id="rId33"/>
            </p:custDataLst>
          </p:nvPr>
        </p:nvSpPr>
        <p:spPr>
          <a:xfrm>
            <a:off x="644525" y="2298065"/>
            <a:ext cx="5057775" cy="476250"/>
          </a:xfrm>
          <a:custGeom>
            <a:avLst/>
            <a:gdLst>
              <a:gd name="sw" fmla="*/ 1 w 7965"/>
              <a:gd name="sh" fmla="*/ 1 h 750"/>
              <a:gd name="mins" fmla="min sw sh"/>
              <a:gd name="dsw" fmla="+- 0 sw mins"/>
              <a:gd name="dsh" fmla="+- 0 sh mins"/>
              <a:gd name="p0x0" fmla="*/ 120 w 7965"/>
              <a:gd name="p0y0" fmla="*/ 0 h 750"/>
              <a:gd name="p0x1" fmla="*/ 7845 w 7965"/>
              <a:gd name="p0y1" fmla="*/ 0 h 750"/>
              <a:gd name="p0x2" fmla="*/ 7911 w 7965"/>
              <a:gd name="p0y2" fmla="*/ 0 h 750"/>
              <a:gd name="p0x3" fmla="*/ 7965 w 7965"/>
              <a:gd name="p0y3" fmla="*/ 53 h 750"/>
              <a:gd name="p0x4" fmla="*/ 7965 w 7965"/>
              <a:gd name="p0y4" fmla="*/ 120 h 750"/>
              <a:gd name="p0x5" fmla="*/ 7965 w 7965"/>
              <a:gd name="p0y5" fmla="*/ 630 h 750"/>
              <a:gd name="p0x6" fmla="*/ 7965 w 7965"/>
              <a:gd name="p0y6" fmla="*/ 696 h 750"/>
              <a:gd name="p0x7" fmla="*/ 7911 w 7965"/>
              <a:gd name="p0y7" fmla="*/ 750 h 750"/>
              <a:gd name="p0x8" fmla="*/ 7845 w 7965"/>
              <a:gd name="p0y8" fmla="*/ 750 h 750"/>
              <a:gd name="p0x9" fmla="*/ 120 w 7965"/>
              <a:gd name="p0y9" fmla="*/ 750 h 750"/>
              <a:gd name="p0x10" fmla="*/ 53 w 7965"/>
              <a:gd name="p0y10" fmla="*/ 750 h 750"/>
              <a:gd name="p0x11" fmla="*/ 0 w 7965"/>
              <a:gd name="p0y11" fmla="*/ 696 h 750"/>
              <a:gd name="p0x12" fmla="*/ 0 w 7965"/>
              <a:gd name="p0y12" fmla="*/ 630 h 750"/>
              <a:gd name="p0x13" fmla="*/ 0 w 7965"/>
              <a:gd name="p0y13" fmla="*/ 120 h 750"/>
              <a:gd name="p0x14" fmla="*/ 0 w 7965"/>
              <a:gd name="p0y14" fmla="*/ 53 h 750"/>
              <a:gd name="p0x15" fmla="*/ 53 w 7965"/>
              <a:gd name="p0y15" fmla="*/ 0 h 750"/>
              <a:gd name="p0x16" fmla="*/ 120 w 7965"/>
              <a:gd name="p0y16" fmla="*/ 0 h 7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F0E8D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任意多边形 33"/>
          <p:cNvSpPr/>
          <p:nvPr>
            <p:custDataLst>
              <p:tags r:id="rId34"/>
            </p:custDataLst>
          </p:nvPr>
        </p:nvSpPr>
        <p:spPr>
          <a:xfrm>
            <a:off x="802005" y="2493645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5A62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>
            <p:custDataLst>
              <p:tags r:id="rId35"/>
            </p:custDataLst>
          </p:nvPr>
        </p:nvSpPr>
        <p:spPr>
          <a:xfrm>
            <a:off x="992505" y="2403158"/>
            <a:ext cx="20955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擅长方向与适配关键词</a:t>
            </a:r>
            <a:endParaRPr sz="1500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任意多边形 35"/>
          <p:cNvSpPr/>
          <p:nvPr>
            <p:custDataLst>
              <p:tags r:id="rId36"/>
            </p:custDataLst>
          </p:nvPr>
        </p:nvSpPr>
        <p:spPr>
          <a:xfrm>
            <a:off x="644525" y="2860040"/>
            <a:ext cx="5057775" cy="476250"/>
          </a:xfrm>
          <a:custGeom>
            <a:avLst/>
            <a:gdLst>
              <a:gd name="sw" fmla="*/ 1 w 7965"/>
              <a:gd name="sh" fmla="*/ 1 h 750"/>
              <a:gd name="mins" fmla="min sw sh"/>
              <a:gd name="dsw" fmla="+- 0 sw mins"/>
              <a:gd name="dsh" fmla="+- 0 sh mins"/>
              <a:gd name="p0x0" fmla="*/ 120 w 7965"/>
              <a:gd name="p0y0" fmla="*/ 0 h 750"/>
              <a:gd name="p0x1" fmla="*/ 7845 w 7965"/>
              <a:gd name="p0y1" fmla="*/ 0 h 750"/>
              <a:gd name="p0x2" fmla="*/ 7911 w 7965"/>
              <a:gd name="p0y2" fmla="*/ 0 h 750"/>
              <a:gd name="p0x3" fmla="*/ 7965 w 7965"/>
              <a:gd name="p0y3" fmla="*/ 53 h 750"/>
              <a:gd name="p0x4" fmla="*/ 7965 w 7965"/>
              <a:gd name="p0y4" fmla="*/ 120 h 750"/>
              <a:gd name="p0x5" fmla="*/ 7965 w 7965"/>
              <a:gd name="p0y5" fmla="*/ 630 h 750"/>
              <a:gd name="p0x6" fmla="*/ 7965 w 7965"/>
              <a:gd name="p0y6" fmla="*/ 696 h 750"/>
              <a:gd name="p0x7" fmla="*/ 7911 w 7965"/>
              <a:gd name="p0y7" fmla="*/ 750 h 750"/>
              <a:gd name="p0x8" fmla="*/ 7845 w 7965"/>
              <a:gd name="p0y8" fmla="*/ 750 h 750"/>
              <a:gd name="p0x9" fmla="*/ 120 w 7965"/>
              <a:gd name="p0y9" fmla="*/ 750 h 750"/>
              <a:gd name="p0x10" fmla="*/ 53 w 7965"/>
              <a:gd name="p0y10" fmla="*/ 750 h 750"/>
              <a:gd name="p0x11" fmla="*/ 0 w 7965"/>
              <a:gd name="p0y11" fmla="*/ 696 h 750"/>
              <a:gd name="p0x12" fmla="*/ 0 w 7965"/>
              <a:gd name="p0y12" fmla="*/ 630 h 750"/>
              <a:gd name="p0x13" fmla="*/ 0 w 7965"/>
              <a:gd name="p0y13" fmla="*/ 120 h 750"/>
              <a:gd name="p0x14" fmla="*/ 0 w 7965"/>
              <a:gd name="p0y14" fmla="*/ 53 h 750"/>
              <a:gd name="p0x15" fmla="*/ 53 w 7965"/>
              <a:gd name="p0y15" fmla="*/ 0 h 750"/>
              <a:gd name="p0x16" fmla="*/ 120 w 7965"/>
              <a:gd name="p0y16" fmla="*/ 0 h 7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F0E8D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任意多边形 36"/>
          <p:cNvSpPr/>
          <p:nvPr>
            <p:custDataLst>
              <p:tags r:id="rId37"/>
            </p:custDataLst>
          </p:nvPr>
        </p:nvSpPr>
        <p:spPr>
          <a:xfrm>
            <a:off x="802005" y="3055620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5A62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>
            <p:custDataLst>
              <p:tags r:id="rId38"/>
            </p:custDataLst>
          </p:nvPr>
        </p:nvSpPr>
        <p:spPr>
          <a:xfrm>
            <a:off x="992505" y="2965133"/>
            <a:ext cx="34290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按焦虑、睡眠、人际、学业等需求匹配</a:t>
            </a:r>
            <a:endParaRPr sz="1500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任意多边形 38"/>
          <p:cNvSpPr/>
          <p:nvPr>
            <p:custDataLst>
              <p:tags r:id="rId39"/>
            </p:custDataLst>
          </p:nvPr>
        </p:nvSpPr>
        <p:spPr>
          <a:xfrm>
            <a:off x="644525" y="3422015"/>
            <a:ext cx="5057775" cy="476250"/>
          </a:xfrm>
          <a:custGeom>
            <a:avLst/>
            <a:gdLst>
              <a:gd name="sw" fmla="*/ 1 w 7965"/>
              <a:gd name="sh" fmla="*/ 1 h 750"/>
              <a:gd name="mins" fmla="min sw sh"/>
              <a:gd name="dsw" fmla="+- 0 sw mins"/>
              <a:gd name="dsh" fmla="+- 0 sh mins"/>
              <a:gd name="p0x0" fmla="*/ 120 w 7965"/>
              <a:gd name="p0y0" fmla="*/ 0 h 750"/>
              <a:gd name="p0x1" fmla="*/ 7845 w 7965"/>
              <a:gd name="p0y1" fmla="*/ 0 h 750"/>
              <a:gd name="p0x2" fmla="*/ 7911 w 7965"/>
              <a:gd name="p0y2" fmla="*/ 0 h 750"/>
              <a:gd name="p0x3" fmla="*/ 7965 w 7965"/>
              <a:gd name="p0y3" fmla="*/ 53 h 750"/>
              <a:gd name="p0x4" fmla="*/ 7965 w 7965"/>
              <a:gd name="p0y4" fmla="*/ 120 h 750"/>
              <a:gd name="p0x5" fmla="*/ 7965 w 7965"/>
              <a:gd name="p0y5" fmla="*/ 630 h 750"/>
              <a:gd name="p0x6" fmla="*/ 7965 w 7965"/>
              <a:gd name="p0y6" fmla="*/ 696 h 750"/>
              <a:gd name="p0x7" fmla="*/ 7911 w 7965"/>
              <a:gd name="p0y7" fmla="*/ 750 h 750"/>
              <a:gd name="p0x8" fmla="*/ 7845 w 7965"/>
              <a:gd name="p0y8" fmla="*/ 750 h 750"/>
              <a:gd name="p0x9" fmla="*/ 120 w 7965"/>
              <a:gd name="p0y9" fmla="*/ 750 h 750"/>
              <a:gd name="p0x10" fmla="*/ 53 w 7965"/>
              <a:gd name="p0y10" fmla="*/ 750 h 750"/>
              <a:gd name="p0x11" fmla="*/ 0 w 7965"/>
              <a:gd name="p0y11" fmla="*/ 696 h 750"/>
              <a:gd name="p0x12" fmla="*/ 0 w 7965"/>
              <a:gd name="p0y12" fmla="*/ 630 h 750"/>
              <a:gd name="p0x13" fmla="*/ 0 w 7965"/>
              <a:gd name="p0y13" fmla="*/ 120 h 750"/>
              <a:gd name="p0x14" fmla="*/ 0 w 7965"/>
              <a:gd name="p0y14" fmla="*/ 53 h 750"/>
              <a:gd name="p0x15" fmla="*/ 53 w 7965"/>
              <a:gd name="p0y15" fmla="*/ 0 h 750"/>
              <a:gd name="p0x16" fmla="*/ 120 w 7965"/>
              <a:gd name="p0y16" fmla="*/ 0 h 7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F0E8D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任意多边形 39"/>
          <p:cNvSpPr/>
          <p:nvPr>
            <p:custDataLst>
              <p:tags r:id="rId40"/>
            </p:custDataLst>
          </p:nvPr>
        </p:nvSpPr>
        <p:spPr>
          <a:xfrm>
            <a:off x="802005" y="3617595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5A62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>
            <p:custDataLst>
              <p:tags r:id="rId41"/>
            </p:custDataLst>
          </p:nvPr>
        </p:nvSpPr>
        <p:spPr>
          <a:xfrm>
            <a:off x="992505" y="3527108"/>
            <a:ext cx="38100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不推测性别，不承诺实时排班或可预约时段</a:t>
            </a:r>
            <a:endParaRPr sz="1500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任意多边形 41"/>
          <p:cNvSpPr/>
          <p:nvPr>
            <p:custDataLst>
              <p:tags r:id="rId42"/>
            </p:custDataLst>
          </p:nvPr>
        </p:nvSpPr>
        <p:spPr>
          <a:xfrm>
            <a:off x="278130" y="4184015"/>
            <a:ext cx="7627620" cy="2673985"/>
          </a:xfrm>
          <a:custGeom>
            <a:avLst/>
            <a:gdLst>
              <a:gd name="sw" fmla="*/ 1 w 11979"/>
              <a:gd name="sh" fmla="*/ 1 h 3625"/>
              <a:gd name="mins" fmla="min sw sh"/>
              <a:gd name="dsw" fmla="+- 0 sw mins"/>
              <a:gd name="dsh" fmla="+- 0 sh mins"/>
              <a:gd name="p0x0" fmla="*/ 240 w 11979"/>
              <a:gd name="p0y0" fmla="*/ 0 h 3625"/>
              <a:gd name="p0x1" fmla="*/ 11739 w 11979"/>
              <a:gd name="p0y1" fmla="*/ 0 h 3625"/>
              <a:gd name="p0x2" fmla="*/ 11872 w 11979"/>
              <a:gd name="p0y2" fmla="*/ 0 h 3625"/>
              <a:gd name="p0x3" fmla="*/ 11979 w 11979"/>
              <a:gd name="p0y3" fmla="*/ 107 h 3625"/>
              <a:gd name="p0x4" fmla="*/ 11979 w 11979"/>
              <a:gd name="p0y4" fmla="*/ 240 h 3625"/>
              <a:gd name="p0x5" fmla="*/ 11979 w 11979"/>
              <a:gd name="p0y5" fmla="*/ 3385 h 3625"/>
              <a:gd name="p0x6" fmla="*/ 11979 w 11979"/>
              <a:gd name="p0y6" fmla="*/ 3518 h 3625"/>
              <a:gd name="p0x7" fmla="*/ 11872 w 11979"/>
              <a:gd name="p0y7" fmla="*/ 3625 h 3625"/>
              <a:gd name="p0x8" fmla="*/ 11739 w 11979"/>
              <a:gd name="p0y8" fmla="*/ 3625 h 3625"/>
              <a:gd name="p0x9" fmla="*/ 240 w 11979"/>
              <a:gd name="p0y9" fmla="*/ 3625 h 3625"/>
              <a:gd name="p0x10" fmla="*/ 107 w 11979"/>
              <a:gd name="p0y10" fmla="*/ 3625 h 3625"/>
              <a:gd name="p0x11" fmla="*/ 0 w 11979"/>
              <a:gd name="p0y11" fmla="*/ 3518 h 3625"/>
              <a:gd name="p0x12" fmla="*/ 0 w 11979"/>
              <a:gd name="p0y12" fmla="*/ 3385 h 3625"/>
              <a:gd name="p0x13" fmla="*/ 0 w 11979"/>
              <a:gd name="p0y13" fmla="*/ 240 h 3625"/>
              <a:gd name="p0x14" fmla="*/ 0 w 11979"/>
              <a:gd name="p0y14" fmla="*/ 107 h 3625"/>
              <a:gd name="p0x15" fmla="*/ 107 w 11979"/>
              <a:gd name="p0y15" fmla="*/ 0 h 3625"/>
              <a:gd name="p0x16" fmla="*/ 240 w 11979"/>
              <a:gd name="p0y16" fmla="*/ 0 h 36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EFCF9"/>
          </a:solidFill>
          <a:ln w="9525" cmpd="sng">
            <a:solidFill>
              <a:srgbClr val="F0E8DC"/>
            </a:solidFill>
            <a:prstDash val="solid"/>
          </a:ln>
          <a:effectLst>
            <a:outerShdw blurRad="42863" dist="9525" dir="5399999" algn="ctr" rotWithShape="0">
              <a:srgbClr val="5A3A0A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任意多边形 42"/>
          <p:cNvSpPr/>
          <p:nvPr>
            <p:custDataLst>
              <p:tags r:id="rId43"/>
            </p:custDataLst>
          </p:nvPr>
        </p:nvSpPr>
        <p:spPr>
          <a:xfrm>
            <a:off x="644525" y="427990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9EEF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4" name="图片 43"/>
          <p:cNvPicPr>
            <a:picLocks noChangeAspect="1"/>
          </p:cNvPicPr>
          <p:nvPr>
            <p:custDataLst>
              <p:tags r:id="rId44"/>
            </p:custDataLst>
          </p:nvPr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730250" y="4365625"/>
            <a:ext cx="247650" cy="247650"/>
          </a:xfrm>
          <a:prstGeom prst="rect">
            <a:avLst/>
          </a:prstGeom>
          <a:noFill/>
        </p:spPr>
      </p:pic>
      <p:sp>
        <p:nvSpPr>
          <p:cNvPr id="46" name="文本框 45"/>
          <p:cNvSpPr txBox="1"/>
          <p:nvPr>
            <p:custDataLst>
              <p:tags r:id="rId47"/>
            </p:custDataLst>
          </p:nvPr>
        </p:nvSpPr>
        <p:spPr>
          <a:xfrm>
            <a:off x="1177925" y="4339491"/>
            <a:ext cx="2286076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内容来源与质量控制</a:t>
            </a:r>
            <a:endParaRPr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47" name="表格 46"/>
          <p:cNvGraphicFramePr/>
          <p:nvPr>
            <p:custDataLst>
              <p:tags r:id="rId48"/>
            </p:custDataLst>
          </p:nvPr>
        </p:nvGraphicFramePr>
        <p:xfrm>
          <a:off x="372745" y="4749165"/>
          <a:ext cx="7425055" cy="1993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3490"/>
                <a:gridCol w="2451735"/>
                <a:gridCol w="2449830"/>
              </a:tblGrid>
              <a:tr h="441960">
                <a:tc>
                  <a:txBody>
                    <a:bodyPr wrap="square"/>
                    <a:p>
                      <a:pPr indent="0" algn="ctr" fontAlgn="auto"/>
                      <a:r>
                        <a:rPr sz="1400" b="1">
                          <a:solidFill>
                            <a:srgbClr val="5A3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内容来源</a:t>
                      </a:r>
                      <a:endParaRPr sz="1400" b="1">
                        <a:solidFill>
                          <a:srgbClr val="5A3A0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8C3"/>
                    </a:solidFill>
                  </a:tcPr>
                </a:tc>
                <a:tc>
                  <a:txBody>
                    <a:bodyPr wrap="square"/>
                    <a:p>
                      <a:pPr indent="0" algn="ctr" fontAlgn="auto"/>
                      <a:r>
                        <a:rPr sz="1400" b="1">
                          <a:solidFill>
                            <a:srgbClr val="5A3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使用方式</a:t>
                      </a:r>
                      <a:endParaRPr sz="1400" b="1">
                        <a:solidFill>
                          <a:srgbClr val="5A3A0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8C3"/>
                    </a:solidFill>
                  </a:tcPr>
                </a:tc>
                <a:tc>
                  <a:txBody>
                    <a:bodyPr wrap="square"/>
                    <a:p>
                      <a:pPr indent="0" algn="ctr" fontAlgn="auto"/>
                      <a:r>
                        <a:rPr sz="1400" b="1">
                          <a:solidFill>
                            <a:srgbClr val="5A3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质量控制</a:t>
                      </a:r>
                      <a:endParaRPr sz="1400" b="1">
                        <a:solidFill>
                          <a:srgbClr val="5A3A0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8C3"/>
                    </a:solidFill>
                  </a:tcPr>
                </a:tc>
              </a:tr>
              <a:tr h="441960">
                <a:tc>
                  <a:txBody>
                    <a:bodyPr wrap="square"/>
                    <a:p>
                      <a:pPr indent="0" algn="ctr" fontAlgn="auto"/>
                      <a:r>
                        <a:rPr sz="1400" b="1">
                          <a:solidFill>
                            <a:srgbClr val="3A2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学校心理服务资料</a:t>
                      </a:r>
                      <a:endParaRPr sz="1400" b="1">
                        <a:solidFill>
                          <a:srgbClr val="3A2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F0E8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indent="0" algn="ctr" fontAlgn="auto"/>
                      <a:r>
                        <a:rPr sz="1400" b="0">
                          <a:solidFill>
                            <a:srgbClr val="3A2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检索节点调用</a:t>
                      </a:r>
                      <a:endParaRPr sz="1400" b="0">
                        <a:solidFill>
                          <a:srgbClr val="3A2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F0E8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indent="0" algn="ctr" fontAlgn="auto"/>
                      <a:r>
                        <a:rPr sz="1400" b="0">
                          <a:solidFill>
                            <a:srgbClr val="3A2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心理中心复核</a:t>
                      </a:r>
                      <a:endParaRPr sz="1400" b="0">
                        <a:solidFill>
                          <a:srgbClr val="3A2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F0E8DC"/>
                      </a:solidFill>
                      <a:prstDash val="solid"/>
                    </a:lnB>
                    <a:noFill/>
                  </a:tcPr>
                </a:tc>
              </a:tr>
              <a:tr h="560070">
                <a:tc>
                  <a:txBody>
                    <a:bodyPr wrap="square"/>
                    <a:p>
                      <a:pPr indent="0" algn="ctr" fontAlgn="auto"/>
                      <a:r>
                        <a:rPr sz="1400" b="1">
                          <a:solidFill>
                            <a:srgbClr val="3A2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老师公开简介和项目资料</a:t>
                      </a:r>
                      <a:endParaRPr sz="1400" b="1">
                        <a:solidFill>
                          <a:srgbClr val="3A2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0E8DC"/>
                      </a:solidFill>
                      <a:prstDash val="solid"/>
                    </a:lnT>
                    <a:lnB w="9525">
                      <a:solidFill>
                        <a:srgbClr val="F0E8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indent="0" algn="ctr" fontAlgn="auto"/>
                      <a:r>
                        <a:rPr sz="1400" b="0">
                          <a:solidFill>
                            <a:srgbClr val="3A2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代码节点结构化查询</a:t>
                      </a:r>
                      <a:endParaRPr sz="1400" b="0">
                        <a:solidFill>
                          <a:srgbClr val="3A2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0E8DC"/>
                      </a:solidFill>
                      <a:prstDash val="solid"/>
                    </a:lnT>
                    <a:lnB w="9525">
                      <a:solidFill>
                        <a:srgbClr val="F0E8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indent="0" algn="ctr" fontAlgn="auto"/>
                      <a:r>
                        <a:rPr sz="1400" b="0">
                          <a:solidFill>
                            <a:srgbClr val="3A2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设置更新时间，不推断未公开信息</a:t>
                      </a:r>
                      <a:endParaRPr sz="1400" b="0">
                        <a:solidFill>
                          <a:srgbClr val="3A2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0E8DC"/>
                      </a:solidFill>
                      <a:prstDash val="solid"/>
                    </a:lnT>
                    <a:lnB w="9525">
                      <a:solidFill>
                        <a:srgbClr val="F0E8DC"/>
                      </a:solidFill>
                      <a:prstDash val="solid"/>
                    </a:lnB>
                    <a:noFill/>
                  </a:tcPr>
                </a:tc>
              </a:tr>
              <a:tr h="454025">
                <a:tc>
                  <a:txBody>
                    <a:bodyPr wrap="square"/>
                    <a:p>
                      <a:pPr indent="0" algn="ctr" fontAlgn="auto"/>
                      <a:r>
                        <a:rPr sz="1400" b="1">
                          <a:solidFill>
                            <a:srgbClr val="3A2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通用心理支持规则</a:t>
                      </a:r>
                      <a:endParaRPr sz="1400" b="1">
                        <a:solidFill>
                          <a:srgbClr val="3A2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0E8DC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square"/>
                    <a:p>
                      <a:pPr indent="0" algn="ctr" fontAlgn="auto"/>
                      <a:r>
                        <a:rPr sz="1400" b="0">
                          <a:solidFill>
                            <a:srgbClr val="3A2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系统提示词与固定安全话术</a:t>
                      </a:r>
                      <a:endParaRPr sz="1400" b="0">
                        <a:solidFill>
                          <a:srgbClr val="3A2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0E8DC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square"/>
                    <a:p>
                      <a:pPr indent="0" algn="ctr" fontAlgn="auto"/>
                      <a:r>
                        <a:rPr sz="1400" b="0">
                          <a:solidFill>
                            <a:srgbClr val="3A2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明确非诊断边界</a:t>
                      </a:r>
                      <a:endParaRPr sz="1400" b="0">
                        <a:solidFill>
                          <a:srgbClr val="3A2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0E8DC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4" name="任意多边形 53"/>
          <p:cNvSpPr/>
          <p:nvPr>
            <p:custDataLst>
              <p:tags r:id="rId49"/>
            </p:custDataLst>
          </p:nvPr>
        </p:nvSpPr>
        <p:spPr>
          <a:xfrm>
            <a:off x="8194040" y="4482465"/>
            <a:ext cx="3451860" cy="2292985"/>
          </a:xfrm>
          <a:custGeom>
            <a:avLst/>
            <a:gdLst>
              <a:gd name="sw" fmla="*/ 1 w 5435"/>
              <a:gd name="sh" fmla="*/ 1 h 3610"/>
              <a:gd name="mins" fmla="min sw sh"/>
              <a:gd name="dsw" fmla="+- 0 sw mins"/>
              <a:gd name="dsh" fmla="+- 0 sh mins"/>
              <a:gd name="p0x0" fmla="*/ 240 w 5435"/>
              <a:gd name="p0y0" fmla="*/ 0 h 3610"/>
              <a:gd name="p0x1" fmla="*/ 5195 w 5435"/>
              <a:gd name="p0y1" fmla="*/ 0 h 3610"/>
              <a:gd name="p0x2" fmla="*/ 5327 w 5435"/>
              <a:gd name="p0y2" fmla="*/ 0 h 3610"/>
              <a:gd name="p0x3" fmla="*/ 5435 w 5435"/>
              <a:gd name="p0y3" fmla="*/ 107 h 3610"/>
              <a:gd name="p0x4" fmla="*/ 5435 w 5435"/>
              <a:gd name="p0y4" fmla="*/ 240 h 3610"/>
              <a:gd name="p0x5" fmla="*/ 5435 w 5435"/>
              <a:gd name="p0y5" fmla="*/ 3370 h 3610"/>
              <a:gd name="p0x6" fmla="*/ 5435 w 5435"/>
              <a:gd name="p0y6" fmla="*/ 3503 h 3610"/>
              <a:gd name="p0x7" fmla="*/ 5327 w 5435"/>
              <a:gd name="p0y7" fmla="*/ 3610 h 3610"/>
              <a:gd name="p0x8" fmla="*/ 5195 w 5435"/>
              <a:gd name="p0y8" fmla="*/ 3610 h 3610"/>
              <a:gd name="p0x9" fmla="*/ 240 w 5435"/>
              <a:gd name="p0y9" fmla="*/ 3610 h 3610"/>
              <a:gd name="p0x10" fmla="*/ 107 w 5435"/>
              <a:gd name="p0y10" fmla="*/ 3610 h 3610"/>
              <a:gd name="p0x11" fmla="*/ 0 w 5435"/>
              <a:gd name="p0y11" fmla="*/ 3503 h 3610"/>
              <a:gd name="p0x12" fmla="*/ 0 w 5435"/>
              <a:gd name="p0y12" fmla="*/ 3370 h 3610"/>
              <a:gd name="p0x13" fmla="*/ 0 w 5435"/>
              <a:gd name="p0y13" fmla="*/ 240 h 3610"/>
              <a:gd name="p0x14" fmla="*/ 0 w 5435"/>
              <a:gd name="p0y14" fmla="*/ 107 h 3610"/>
              <a:gd name="p0x15" fmla="*/ 107 w 5435"/>
              <a:gd name="p0y15" fmla="*/ 0 h 3610"/>
              <a:gd name="p0x16" fmla="*/ 240 w 5435"/>
              <a:gd name="p0y16" fmla="*/ 0 h 361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E8C3"/>
          </a:solidFill>
          <a:ln w="19050" cmpd="sng">
            <a:solidFill>
              <a:srgbClr val="F5A623"/>
            </a:solidFill>
            <a:prstDash val="solid"/>
          </a:ln>
          <a:effectLst>
            <a:outerShdw blurRad="171450" algn="ctr" rotWithShape="0">
              <a:srgbClr val="F5A623">
                <a:alpha val="20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任意多边形 54"/>
          <p:cNvSpPr/>
          <p:nvPr>
            <p:custDataLst>
              <p:tags r:id="rId50"/>
            </p:custDataLst>
          </p:nvPr>
        </p:nvSpPr>
        <p:spPr>
          <a:xfrm>
            <a:off x="9751695" y="461581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390 w 780"/>
              <a:gd name="p0y0" fmla="*/ 0 h 780"/>
              <a:gd name="p0x1" fmla="*/ 605 w 780"/>
              <a:gd name="p0y1" fmla="*/ 0 h 780"/>
              <a:gd name="p0x2" fmla="*/ 780 w 780"/>
              <a:gd name="p0y2" fmla="*/ 174 h 780"/>
              <a:gd name="p0x3" fmla="*/ 780 w 780"/>
              <a:gd name="p0y3" fmla="*/ 390 h 780"/>
              <a:gd name="p0x4" fmla="*/ 780 w 780"/>
              <a:gd name="p0y4" fmla="*/ 605 h 780"/>
              <a:gd name="p0x5" fmla="*/ 605 w 780"/>
              <a:gd name="p0y5" fmla="*/ 780 h 780"/>
              <a:gd name="p0x6" fmla="*/ 390 w 780"/>
              <a:gd name="p0y6" fmla="*/ 780 h 780"/>
              <a:gd name="p0x7" fmla="*/ 174 w 780"/>
              <a:gd name="p0y7" fmla="*/ 780 h 780"/>
              <a:gd name="p0x8" fmla="*/ 0 w 780"/>
              <a:gd name="p0y8" fmla="*/ 605 h 780"/>
              <a:gd name="p0x9" fmla="*/ 0 w 780"/>
              <a:gd name="p0y9" fmla="*/ 390 h 780"/>
              <a:gd name="p0x10" fmla="*/ 0 w 780"/>
              <a:gd name="p0y10" fmla="*/ 174 h 780"/>
              <a:gd name="p0x11" fmla="*/ 174 w 780"/>
              <a:gd name="p0y11" fmla="*/ 0 h 780"/>
              <a:gd name="p0x12" fmla="*/ 390 w 780"/>
              <a:gd name="p0y12" fmla="*/ 0 h 78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42863" dist="9525" dir="5399999" algn="ctr" rotWithShape="0">
              <a:srgbClr val="5A3A0A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6" name="图片 55"/>
          <p:cNvPicPr>
            <a:picLocks noChangeAspect="1"/>
          </p:cNvPicPr>
          <p:nvPr>
            <p:custDataLst>
              <p:tags r:id="rId51"/>
            </p:custDataLst>
          </p:nvPr>
        </p:nvPicPr>
        <p:blipFill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9846945" y="4711065"/>
            <a:ext cx="304800" cy="304800"/>
          </a:xfrm>
          <a:prstGeom prst="rect">
            <a:avLst/>
          </a:prstGeom>
          <a:noFill/>
        </p:spPr>
      </p:pic>
      <p:sp>
        <p:nvSpPr>
          <p:cNvPr id="58" name="文本框 57"/>
          <p:cNvSpPr txBox="1"/>
          <p:nvPr>
            <p:custDataLst>
              <p:tags r:id="rId54"/>
            </p:custDataLst>
          </p:nvPr>
        </p:nvSpPr>
        <p:spPr>
          <a:xfrm>
            <a:off x="8431879" y="5393042"/>
            <a:ext cx="2919413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lang="zh-CN" altLang="en-US"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所有业务资料发布前需由学校</a:t>
            </a:r>
            <a:r>
              <a:rPr lang="en-US" altLang="zh-CN"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心理中心</a:t>
            </a:r>
            <a:r>
              <a:rPr lang="en-US"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最终确认</a:t>
            </a:r>
            <a:endParaRPr lang="zh-CN" altLang="en-US" sz="1500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任意多边形 80"/>
          <p:cNvSpPr/>
          <p:nvPr>
            <p:custDataLst>
              <p:tags r:id="rId55"/>
            </p:custDataLst>
          </p:nvPr>
        </p:nvSpPr>
        <p:spPr>
          <a:xfrm>
            <a:off x="6882130" y="3646170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5A62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457200" y="1276350"/>
            <a:ext cx="112776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</a:rPr>
              <a:t>核心技术能力实现状态，与会话记忆的变量体系设计</a:t>
            </a:r>
            <a:endParaRPr sz="1500">
              <a:solidFill>
                <a:srgbClr val="6A5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461645" y="1724025"/>
            <a:ext cx="6619875" cy="4867275"/>
          </a:xfrm>
          <a:prstGeom prst="rect">
            <a:avLst/>
          </a:prstGeom>
          <a:solidFill>
            <a:srgbClr val="FEFCF9"/>
          </a:solidFill>
          <a:ln w="9525" cmpd="sng">
            <a:solidFill>
              <a:srgbClr val="F0E8DC"/>
            </a:solidFill>
            <a:prstDash val="solid"/>
          </a:ln>
          <a:effectLst>
            <a:outerShdw blurRad="42863" dist="9525" dir="5399999" algn="ctr" rotWithShape="0">
              <a:srgbClr val="5A3A0A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695325" y="1919288"/>
            <a:ext cx="1866900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技术能力矩阵</a:t>
            </a:r>
            <a:endParaRPr sz="210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5476799" y="2009775"/>
            <a:ext cx="15431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8A7A6A"/>
                </a:solidFill>
                <a:latin typeface="微软雅黑" panose="020B0503020204020204" charset="-122"/>
                <a:ea typeface="微软雅黑" panose="020B0503020204020204" charset="-122"/>
              </a:rPr>
              <a:t>六项能力实现状态</a:t>
            </a:r>
            <a:endParaRPr sz="1350">
              <a:solidFill>
                <a:srgbClr val="8A7A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5"/>
            </p:custDataLst>
          </p:nvPr>
        </p:nvSpPr>
        <p:spPr>
          <a:xfrm>
            <a:off x="695325" y="2423795"/>
            <a:ext cx="6153150" cy="352425"/>
          </a:xfrm>
          <a:custGeom>
            <a:avLst/>
            <a:gdLst>
              <a:gd name="sw" fmla="*/ 1 w 9690"/>
              <a:gd name="sh" fmla="*/ 1 h 555"/>
              <a:gd name="mins" fmla="min sw sh"/>
              <a:gd name="dsw" fmla="+- 0 sw mins"/>
              <a:gd name="dsh" fmla="+- 0 sh mins"/>
              <a:gd name="p0x0" fmla="*/ 120 w 9690"/>
              <a:gd name="p0y0" fmla="*/ 0 h 555"/>
              <a:gd name="p0x1" fmla="*/ 9570 w 9690"/>
              <a:gd name="p0y1" fmla="*/ 0 h 555"/>
              <a:gd name="p0x2" fmla="*/ 9636 w 9690"/>
              <a:gd name="p0y2" fmla="*/ 0 h 555"/>
              <a:gd name="p0x3" fmla="*/ 9690 w 9690"/>
              <a:gd name="p0y3" fmla="*/ 53 h 555"/>
              <a:gd name="p0x4" fmla="*/ 9690 w 9690"/>
              <a:gd name="p0y4" fmla="*/ 120 h 555"/>
              <a:gd name="p0x5" fmla="*/ 9690 w 9690"/>
              <a:gd name="p0y5" fmla="*/ 435 h 555"/>
              <a:gd name="p0x6" fmla="*/ 9690 w 9690"/>
              <a:gd name="p0y6" fmla="*/ 501 h 555"/>
              <a:gd name="p0x7" fmla="*/ 9636 w 9690"/>
              <a:gd name="p0y7" fmla="*/ 555 h 555"/>
              <a:gd name="p0x8" fmla="*/ 9570 w 9690"/>
              <a:gd name="p0y8" fmla="*/ 555 h 555"/>
              <a:gd name="p0x9" fmla="*/ 120 w 9690"/>
              <a:gd name="p0y9" fmla="*/ 555 h 555"/>
              <a:gd name="p0x10" fmla="*/ 53 w 9690"/>
              <a:gd name="p0y10" fmla="*/ 555 h 555"/>
              <a:gd name="p0x11" fmla="*/ 0 w 9690"/>
              <a:gd name="p0y11" fmla="*/ 501 h 555"/>
              <a:gd name="p0x12" fmla="*/ 0 w 9690"/>
              <a:gd name="p0y12" fmla="*/ 435 h 555"/>
              <a:gd name="p0x13" fmla="*/ 0 w 9690"/>
              <a:gd name="p0y13" fmla="*/ 120 h 555"/>
              <a:gd name="p0x14" fmla="*/ 0 w 9690"/>
              <a:gd name="p0y14" fmla="*/ 53 h 555"/>
              <a:gd name="p0x15" fmla="*/ 53 w 9690"/>
              <a:gd name="p0y15" fmla="*/ 0 h 555"/>
              <a:gd name="p0x16" fmla="*/ 120 w 9690"/>
              <a:gd name="p0y16" fmla="*/ 0 h 5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E8C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809625" y="2500313"/>
            <a:ext cx="156098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</a:rPr>
              <a:t>技术能力</a:t>
            </a:r>
            <a:endParaRPr sz="1200" b="1">
              <a:solidFill>
                <a:srgbClr val="5A3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7"/>
            </p:custDataLst>
          </p:nvPr>
        </p:nvSpPr>
        <p:spPr>
          <a:xfrm>
            <a:off x="2523011" y="2500313"/>
            <a:ext cx="1404938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</a:rPr>
              <a:t>当前实现</a:t>
            </a:r>
            <a:endParaRPr sz="1200" b="1">
              <a:solidFill>
                <a:srgbClr val="5A3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8"/>
            </p:custDataLst>
          </p:nvPr>
        </p:nvSpPr>
        <p:spPr>
          <a:xfrm>
            <a:off x="4080348" y="2500313"/>
            <a:ext cx="2653827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</a:rPr>
              <a:t>说明</a:t>
            </a:r>
            <a:endParaRPr sz="1200" b="1">
              <a:solidFill>
                <a:srgbClr val="5A3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03" name="组合 102"/>
          <p:cNvGrpSpPr/>
          <p:nvPr/>
        </p:nvGrpSpPr>
        <p:grpSpPr>
          <a:xfrm>
            <a:off x="695325" y="2776220"/>
            <a:ext cx="6153150" cy="604520"/>
            <a:chOff x="1095" y="4372"/>
            <a:chExt cx="9690" cy="952"/>
          </a:xfrm>
        </p:grpSpPr>
        <p:sp>
          <p:nvSpPr>
            <p:cNvPr id="13" name="任意多边形 12"/>
            <p:cNvSpPr/>
            <p:nvPr>
              <p:custDataLst>
                <p:tags r:id="rId9"/>
              </p:custDataLst>
            </p:nvPr>
          </p:nvSpPr>
          <p:spPr>
            <a:xfrm>
              <a:off x="1095" y="4372"/>
              <a:ext cx="9690" cy="953"/>
            </a:xfrm>
            <a:custGeom>
              <a:avLst/>
              <a:gdLst>
                <a:gd name="sw" fmla="*/ 1 w 9690"/>
                <a:gd name="sh" fmla="*/ 1 h 952"/>
                <a:gd name="mins" fmla="min sw sh"/>
                <a:gd name="dsw" fmla="+- 0 sw mins"/>
                <a:gd name="dsh" fmla="+- 0 sh mins"/>
                <a:gd name="p0x0" fmla="*/ 0 w 9690"/>
                <a:gd name="p0y0" fmla="*/ 0 h 952"/>
                <a:gd name="p0x1" fmla="*/ 9690 w 9690"/>
                <a:gd name="p0y1" fmla="*/ 0 h 952"/>
                <a:gd name="p0x2" fmla="*/ 9690 w 9690"/>
                <a:gd name="p0y2" fmla="*/ 952 h 952"/>
                <a:gd name="p0x3" fmla="*/ 0 w 9690"/>
                <a:gd name="p0y3" fmla="*/ 952 h 952"/>
                <a:gd name="p0x4" fmla="*/ 0 w 9690"/>
                <a:gd name="p0y4" fmla="*/ 0 h 95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任意多边形 13"/>
            <p:cNvSpPr/>
            <p:nvPr>
              <p:custDataLst>
                <p:tags r:id="rId10"/>
              </p:custDataLst>
            </p:nvPr>
          </p:nvSpPr>
          <p:spPr>
            <a:xfrm>
              <a:off x="1095" y="5310"/>
              <a:ext cx="9690" cy="15"/>
            </a:xfrm>
            <a:custGeom>
              <a:avLst/>
              <a:gdLst>
                <a:gd name="sw" fmla="*/ 1 w 9690"/>
                <a:gd name="sh" fmla="*/ 1 h 15"/>
                <a:gd name="mins" fmla="min sw sh"/>
                <a:gd name="dsw" fmla="+- 0 sw mins"/>
                <a:gd name="dsh" fmla="+- 0 sh mins"/>
                <a:gd name="p0x0" fmla="*/ 9690 w 9690"/>
                <a:gd name="p0y0" fmla="*/ 15 h 15"/>
                <a:gd name="p0x1" fmla="*/ 0 w 9690"/>
                <a:gd name="p0y1" fmla="*/ 15 h 15"/>
                <a:gd name="p0x2" fmla="*/ 0 w 9690"/>
                <a:gd name="p0y2" fmla="*/ 0 h 15"/>
                <a:gd name="p0x3" fmla="*/ 9690 w 9690"/>
                <a:gd name="p0y3" fmla="*/ 0 h 15"/>
                <a:gd name="p0x4" fmla="*/ 9690 w 969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0E8D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6" name="任意多边形 15"/>
          <p:cNvSpPr/>
          <p:nvPr>
            <p:custDataLst>
              <p:tags r:id="rId11"/>
            </p:custDataLst>
          </p:nvPr>
        </p:nvSpPr>
        <p:spPr>
          <a:xfrm>
            <a:off x="809625" y="277622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2E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12"/>
            </p:custDataLst>
          </p:nvPr>
        </p:nvSpPr>
        <p:spPr>
          <a:xfrm>
            <a:off x="888206" y="2807494"/>
            <a:ext cx="395288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650" b="1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</a:rPr>
              <a:t>⚙</a:t>
            </a:r>
            <a:endParaRPr sz="1650" b="1">
              <a:solidFill>
                <a:srgbClr val="5A3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3"/>
            </p:custDataLst>
          </p:nvPr>
        </p:nvSpPr>
        <p:spPr>
          <a:xfrm>
            <a:off x="809625" y="3119438"/>
            <a:ext cx="11430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工作流编排</a:t>
            </a:r>
            <a:endParaRPr sz="150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14"/>
            </p:custDataLst>
          </p:nvPr>
        </p:nvSpPr>
        <p:spPr>
          <a:xfrm>
            <a:off x="2522855" y="2935605"/>
            <a:ext cx="685800" cy="276225"/>
          </a:xfrm>
          <a:custGeom>
            <a:avLst/>
            <a:gdLst>
              <a:gd name="sw" fmla="*/ 1 w 1080"/>
              <a:gd name="sh" fmla="*/ 1 h 435"/>
              <a:gd name="mins" fmla="min sw sh"/>
              <a:gd name="dsw" fmla="+- 0 sw mins"/>
              <a:gd name="dsh" fmla="+- 0 sh mins"/>
              <a:gd name="p0x0" fmla="*/ 217 w 1080"/>
              <a:gd name="p0y0" fmla="*/ 0 h 435"/>
              <a:gd name="p0x1" fmla="*/ 862 w 1080"/>
              <a:gd name="p0y1" fmla="*/ 0 h 435"/>
              <a:gd name="p0x2" fmla="*/ 982 w 1080"/>
              <a:gd name="p0y2" fmla="*/ 0 h 435"/>
              <a:gd name="p0x3" fmla="*/ 1080 w 1080"/>
              <a:gd name="p0y3" fmla="*/ 97 h 435"/>
              <a:gd name="p0x4" fmla="*/ 1080 w 1080"/>
              <a:gd name="p0y4" fmla="*/ 217 h 435"/>
              <a:gd name="p0x5" fmla="*/ 1080 w 1080"/>
              <a:gd name="p0y5" fmla="*/ 337 h 435"/>
              <a:gd name="p0x6" fmla="*/ 982 w 1080"/>
              <a:gd name="p0y6" fmla="*/ 435 h 435"/>
              <a:gd name="p0x7" fmla="*/ 862 w 1080"/>
              <a:gd name="p0y7" fmla="*/ 435 h 435"/>
              <a:gd name="p0x8" fmla="*/ 217 w 1080"/>
              <a:gd name="p0y8" fmla="*/ 435 h 435"/>
              <a:gd name="p0x9" fmla="*/ 97 w 1080"/>
              <a:gd name="p0y9" fmla="*/ 435 h 435"/>
              <a:gd name="p0x10" fmla="*/ 0 w 1080"/>
              <a:gd name="p0y10" fmla="*/ 337 h 435"/>
              <a:gd name="p0x11" fmla="*/ 0 w 1080"/>
              <a:gd name="p0y11" fmla="*/ 217 h 435"/>
              <a:gd name="p0x12" fmla="*/ 0 w 1080"/>
              <a:gd name="p0y12" fmla="*/ 97 h 435"/>
              <a:gd name="p0x13" fmla="*/ 97 w 1080"/>
              <a:gd name="p0y13" fmla="*/ 0 h 435"/>
              <a:gd name="p0x14" fmla="*/ 217 w 1080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D4F0D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>
            <p:custDataLst>
              <p:tags r:id="rId15"/>
            </p:custDataLst>
          </p:nvPr>
        </p:nvSpPr>
        <p:spPr>
          <a:xfrm>
            <a:off x="2637155" y="2973705"/>
            <a:ext cx="0" cy="200025"/>
          </a:xfrm>
          <a:custGeom>
            <a:avLst/>
            <a:gdLst>
              <a:gd name="sw" fmla="*/ 1 w 299970"/>
              <a:gd name="sh" fmla="*/ 1 h 299655"/>
              <a:gd name="mins" fmla="min sw sh"/>
              <a:gd name="dsw" fmla="+- 0 sw mins"/>
              <a:gd name="dsh" fmla="+- 0 sh mins"/>
              <a:gd name="p0a2dx" fmla="*/ dsw 154138 1"/>
              <a:gd name="p0a2dy" fmla="*/ dsh -144986 1"/>
              <a:gd name="p0a1dx" fmla="*/ dsw -145831 1"/>
              <a:gd name="p0a1dy" fmla="*/ dsh -144986 1"/>
              <a:gd name="p0a0dx" fmla="*/ dsw -145831 1"/>
              <a:gd name="p0a0dy" fmla="*/ dsh 154668 1"/>
              <a:gd name="p0x0s" fmla="*/ 149985 mins 1"/>
              <a:gd name="p0x0" fmla="+- p0x0s p0a2dx 0"/>
              <a:gd name="p0y0s" fmla="*/ 0 mins 1"/>
              <a:gd name="p0y0" fmla="+- p0y0s p0a2dy 0"/>
              <a:gd name="p0x1s" fmla="*/ -149985 mins 1"/>
              <a:gd name="p0x1" fmla="+- p0x1s p0a1dx 0"/>
              <a:gd name="p0y1s" fmla="*/ 0 mins 1"/>
              <a:gd name="p0y1" fmla="+- p0y1s p0a1dy 0"/>
              <a:gd name="p0x2s" fmla="*/ -67150 mins 1"/>
              <a:gd name="p0x2" fmla="+- p0x2s p0a1dx 0"/>
              <a:gd name="p0y2s" fmla="*/ 0 mins 1"/>
              <a:gd name="p0y2" fmla="+- p0y2s p0a1dy 0"/>
              <a:gd name="p0x3s" fmla="*/ 0 mins 1"/>
              <a:gd name="p0x3" fmla="+- p0x3s p0a1dx 0"/>
              <a:gd name="p0y3s" fmla="*/ 67150 mins 1"/>
              <a:gd name="p0y3" fmla="+- p0y3s p0a1dy 0"/>
              <a:gd name="p0x4s" fmla="*/ 0 mins 1"/>
              <a:gd name="p0x4" fmla="+- p0x4s p0a1dx 0"/>
              <a:gd name="p0y4s" fmla="*/ 149985 mins 1"/>
              <a:gd name="p0y4" fmla="+- p0y4s p0a1dy 0"/>
              <a:gd name="p0x5s" fmla="*/ 0 mins 1"/>
              <a:gd name="p0x5" fmla="+- p0x5s p0a1dx 0"/>
              <a:gd name="p0y5s" fmla="*/ -149670 mins 1"/>
              <a:gd name="p0y5" fmla="+- p0y5s p0a1dy 0"/>
              <a:gd name="p0x6s" fmla="*/ 0 mins 1"/>
              <a:gd name="p0x6" fmla="+- p0x6s p0a1dx 0"/>
              <a:gd name="p0y6s" fmla="*/ -66835 mins 1"/>
              <a:gd name="p0y6" fmla="+- p0y6s p0a1dy 0"/>
              <a:gd name="p0x7s" fmla="*/ -67150 mins 1"/>
              <a:gd name="p0x7" fmla="+- p0x7s p0a1dx 0"/>
              <a:gd name="p0y7s" fmla="*/ 315 mins 1"/>
              <a:gd name="p0y7" fmla="+- p0y7s p0a1dy 0"/>
              <a:gd name="p0x8s" fmla="*/ -149985 mins 1"/>
              <a:gd name="p0x8" fmla="+- p0x8s p0a1dx 0"/>
              <a:gd name="p0y8s" fmla="*/ 315 mins 1"/>
              <a:gd name="p0y8" fmla="+- p0y8s p0a1dy 0"/>
              <a:gd name="p0x9s" fmla="*/ 149985 mins 1"/>
              <a:gd name="p0x9" fmla="+- p0x9s p0a2dx 0"/>
              <a:gd name="p0y9s" fmla="*/ 315 mins 1"/>
              <a:gd name="p0y9" fmla="+- p0y9s p0a2dy 0"/>
              <a:gd name="p0x10s" fmla="*/ 67150 mins 1"/>
              <a:gd name="p0x10" fmla="+- p0x10s p0a2dx 0"/>
              <a:gd name="p0y10s" fmla="*/ 315 mins 1"/>
              <a:gd name="p0y10" fmla="+- p0y10s p0a2dy 0"/>
              <a:gd name="p0x11s" fmla="*/ 0 mins 1"/>
              <a:gd name="p0x11" fmla="+- p0x11s p0a2dx 0"/>
              <a:gd name="p0y11s" fmla="*/ -66835 mins 1"/>
              <a:gd name="p0y11" fmla="+- p0y11s p0a2dy 0"/>
              <a:gd name="p0x12s" fmla="*/ 0 mins 1"/>
              <a:gd name="p0x12" fmla="+- p0x12s p0a2dx 0"/>
              <a:gd name="p0y12s" fmla="*/ -149670 mins 1"/>
              <a:gd name="p0y12" fmla="+- p0y12s p0a2dy 0"/>
              <a:gd name="p0x13s" fmla="*/ 0 mins 1"/>
              <a:gd name="p0x13" fmla="+- p0x13s p0a0dx 0"/>
              <a:gd name="p0y13s" fmla="*/ 149985 mins 1"/>
              <a:gd name="p0y13" fmla="+- p0y13s p0a0dy 0"/>
              <a:gd name="p0x14s" fmla="*/ 0 mins 1"/>
              <a:gd name="p0x14" fmla="+- p0x14s p0a0dx 0"/>
              <a:gd name="p0y14s" fmla="*/ 67150 mins 1"/>
              <a:gd name="p0y14" fmla="+- p0y14s p0a0dy 0"/>
              <a:gd name="p0x15s" fmla="*/ 67150 mins 1"/>
              <a:gd name="p0x15" fmla="+- p0x15s p0a0dx 0"/>
              <a:gd name="p0y15s" fmla="*/ 0 mins 1"/>
              <a:gd name="p0y15" fmla="+- p0y15s p0a0dy 0"/>
              <a:gd name="p0x16s" fmla="*/ 149985 mins 1"/>
              <a:gd name="p0x16" fmla="+- p0x16s p0a0dx 0"/>
              <a:gd name="p0y16s" fmla="*/ 0 mins 1"/>
              <a:gd name="p0y16" fmla="+- p0y16s p0a0dy 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6DBF6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16"/>
            </p:custDataLst>
          </p:nvPr>
        </p:nvSpPr>
        <p:spPr>
          <a:xfrm>
            <a:off x="2637311" y="2974181"/>
            <a:ext cx="6096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1A4A1A"/>
                </a:solidFill>
                <a:latin typeface="微软雅黑" panose="020B0503020204020204" charset="-122"/>
                <a:ea typeface="微软雅黑" panose="020B0503020204020204" charset="-122"/>
              </a:rPr>
              <a:t>已实现</a:t>
            </a:r>
            <a:endParaRPr sz="1200" b="1">
              <a:solidFill>
                <a:srgbClr val="1A4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17"/>
            </p:custDataLst>
          </p:nvPr>
        </p:nvSpPr>
        <p:spPr>
          <a:xfrm>
            <a:off x="4080348" y="2932776"/>
            <a:ext cx="2653827" cy="2714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50"/>
              <a:t> </a:t>
            </a:r>
            <a:r>
              <a:rPr sz="1650" b="1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</a:rPr>
              <a:t>35</a:t>
            </a:r>
            <a:r>
              <a:rPr sz="150"/>
              <a:t> </a:t>
            </a:r>
            <a:r>
              <a:rPr lang="zh-CN" sz="12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节点</a:t>
            </a:r>
            <a:r>
              <a:rPr lang="en-US" altLang="zh-CN" sz="12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sz="150"/>
              <a:t> </a:t>
            </a:r>
            <a:r>
              <a:rPr sz="1650" b="1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</a:rPr>
              <a:t>36</a:t>
            </a:r>
            <a:r>
              <a:rPr sz="150"/>
              <a:t> </a:t>
            </a:r>
            <a:r>
              <a:rPr lang="zh-CN" sz="12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连线</a:t>
            </a:r>
            <a:r>
              <a:rPr lang="en-US" altLang="zh-CN" sz="12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sz="150"/>
              <a:t> </a:t>
            </a:r>
            <a:r>
              <a:rPr sz="1650" b="1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r>
              <a:rPr sz="150"/>
              <a:t> </a:t>
            </a:r>
            <a:r>
              <a:rPr sz="12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</a:rPr>
              <a:t>类路由</a:t>
            </a:r>
            <a:endParaRPr sz="1200">
              <a:solidFill>
                <a:srgbClr val="6A5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04" name="组合 103"/>
          <p:cNvGrpSpPr/>
          <p:nvPr/>
        </p:nvGrpSpPr>
        <p:grpSpPr>
          <a:xfrm>
            <a:off x="695325" y="3381375"/>
            <a:ext cx="6153150" cy="604520"/>
            <a:chOff x="1095" y="5325"/>
            <a:chExt cx="9690" cy="952"/>
          </a:xfrm>
        </p:grpSpPr>
        <p:sp>
          <p:nvSpPr>
            <p:cNvPr id="23" name="任意多边形 22"/>
            <p:cNvSpPr/>
            <p:nvPr>
              <p:custDataLst>
                <p:tags r:id="rId18"/>
              </p:custDataLst>
            </p:nvPr>
          </p:nvSpPr>
          <p:spPr>
            <a:xfrm>
              <a:off x="1095" y="5325"/>
              <a:ext cx="9690" cy="952"/>
            </a:xfrm>
            <a:custGeom>
              <a:avLst/>
              <a:gdLst>
                <a:gd name="sw" fmla="*/ 1 w 9690"/>
                <a:gd name="sh" fmla="*/ 1 h 952"/>
                <a:gd name="mins" fmla="min sw sh"/>
                <a:gd name="dsw" fmla="+- 0 sw mins"/>
                <a:gd name="dsh" fmla="+- 0 sh mins"/>
                <a:gd name="p0x0" fmla="*/ 0 w 9690"/>
                <a:gd name="p0y0" fmla="*/ 0 h 952"/>
                <a:gd name="p0x1" fmla="*/ 9690 w 9690"/>
                <a:gd name="p0y1" fmla="*/ 0 h 952"/>
                <a:gd name="p0x2" fmla="*/ 9690 w 9690"/>
                <a:gd name="p0y2" fmla="*/ 952 h 952"/>
                <a:gd name="p0x3" fmla="*/ 0 w 9690"/>
                <a:gd name="p0y3" fmla="*/ 952 h 952"/>
                <a:gd name="p0x4" fmla="*/ 0 w 9690"/>
                <a:gd name="p0y4" fmla="*/ 0 h 95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" name="任意多边形 23"/>
            <p:cNvSpPr/>
            <p:nvPr>
              <p:custDataLst>
                <p:tags r:id="rId19"/>
              </p:custDataLst>
            </p:nvPr>
          </p:nvSpPr>
          <p:spPr>
            <a:xfrm>
              <a:off x="1095" y="6262"/>
              <a:ext cx="9690" cy="15"/>
            </a:xfrm>
            <a:custGeom>
              <a:avLst/>
              <a:gdLst>
                <a:gd name="sw" fmla="*/ 1 w 9690"/>
                <a:gd name="sh" fmla="*/ 1 h 15"/>
                <a:gd name="mins" fmla="min sw sh"/>
                <a:gd name="dsw" fmla="+- 0 sw mins"/>
                <a:gd name="dsh" fmla="+- 0 sh mins"/>
                <a:gd name="p0x0" fmla="*/ 9690 w 9690"/>
                <a:gd name="p0y0" fmla="*/ 15 h 15"/>
                <a:gd name="p0x1" fmla="*/ 0 w 9690"/>
                <a:gd name="p0y1" fmla="*/ 15 h 15"/>
                <a:gd name="p0x2" fmla="*/ 0 w 9690"/>
                <a:gd name="p0y2" fmla="*/ 0 h 15"/>
                <a:gd name="p0x3" fmla="*/ 9690 w 9690"/>
                <a:gd name="p0y3" fmla="*/ 0 h 15"/>
                <a:gd name="p0x4" fmla="*/ 9690 w 969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0E8D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6" name="任意多边形 25"/>
          <p:cNvSpPr/>
          <p:nvPr>
            <p:custDataLst>
              <p:tags r:id="rId20"/>
            </p:custDataLst>
          </p:nvPr>
        </p:nvSpPr>
        <p:spPr>
          <a:xfrm>
            <a:off x="809625" y="338137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2E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21"/>
            </p:custDataLst>
          </p:nvPr>
        </p:nvSpPr>
        <p:spPr>
          <a:xfrm>
            <a:off x="876300" y="3412331"/>
            <a:ext cx="419100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650" b="1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📚</a:t>
            </a:r>
            <a:endParaRPr sz="1650" b="1">
              <a:solidFill>
                <a:srgbClr val="5A3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22"/>
            </p:custDataLst>
          </p:nvPr>
        </p:nvSpPr>
        <p:spPr>
          <a:xfrm>
            <a:off x="809625" y="3724275"/>
            <a:ext cx="1047750" cy="2527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知识库</a:t>
            </a:r>
            <a:r>
              <a:rPr lang="zh-CN" sz="15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构建</a:t>
            </a:r>
            <a:endParaRPr lang="zh-CN" sz="150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任意多边形 28"/>
          <p:cNvSpPr/>
          <p:nvPr>
            <p:custDataLst>
              <p:tags r:id="rId23"/>
            </p:custDataLst>
          </p:nvPr>
        </p:nvSpPr>
        <p:spPr>
          <a:xfrm>
            <a:off x="2522855" y="3540760"/>
            <a:ext cx="685800" cy="276225"/>
          </a:xfrm>
          <a:custGeom>
            <a:avLst/>
            <a:gdLst>
              <a:gd name="sw" fmla="*/ 1 w 1080"/>
              <a:gd name="sh" fmla="*/ 1 h 435"/>
              <a:gd name="mins" fmla="min sw sh"/>
              <a:gd name="dsw" fmla="+- 0 sw mins"/>
              <a:gd name="dsh" fmla="+- 0 sh mins"/>
              <a:gd name="p0x0" fmla="*/ 217 w 1080"/>
              <a:gd name="p0y0" fmla="*/ 0 h 435"/>
              <a:gd name="p0x1" fmla="*/ 862 w 1080"/>
              <a:gd name="p0y1" fmla="*/ 0 h 435"/>
              <a:gd name="p0x2" fmla="*/ 982 w 1080"/>
              <a:gd name="p0y2" fmla="*/ 0 h 435"/>
              <a:gd name="p0x3" fmla="*/ 1080 w 1080"/>
              <a:gd name="p0y3" fmla="*/ 97 h 435"/>
              <a:gd name="p0x4" fmla="*/ 1080 w 1080"/>
              <a:gd name="p0y4" fmla="*/ 217 h 435"/>
              <a:gd name="p0x5" fmla="*/ 1080 w 1080"/>
              <a:gd name="p0y5" fmla="*/ 337 h 435"/>
              <a:gd name="p0x6" fmla="*/ 982 w 1080"/>
              <a:gd name="p0y6" fmla="*/ 435 h 435"/>
              <a:gd name="p0x7" fmla="*/ 862 w 1080"/>
              <a:gd name="p0y7" fmla="*/ 435 h 435"/>
              <a:gd name="p0x8" fmla="*/ 217 w 1080"/>
              <a:gd name="p0y8" fmla="*/ 435 h 435"/>
              <a:gd name="p0x9" fmla="*/ 97 w 1080"/>
              <a:gd name="p0y9" fmla="*/ 435 h 435"/>
              <a:gd name="p0x10" fmla="*/ 0 w 1080"/>
              <a:gd name="p0y10" fmla="*/ 337 h 435"/>
              <a:gd name="p0x11" fmla="*/ 0 w 1080"/>
              <a:gd name="p0y11" fmla="*/ 217 h 435"/>
              <a:gd name="p0x12" fmla="*/ 0 w 1080"/>
              <a:gd name="p0y12" fmla="*/ 97 h 435"/>
              <a:gd name="p0x13" fmla="*/ 97 w 1080"/>
              <a:gd name="p0y13" fmla="*/ 0 h 435"/>
              <a:gd name="p0x14" fmla="*/ 217 w 1080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D4F0D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任意多边形 29"/>
          <p:cNvSpPr/>
          <p:nvPr>
            <p:custDataLst>
              <p:tags r:id="rId24"/>
            </p:custDataLst>
          </p:nvPr>
        </p:nvSpPr>
        <p:spPr>
          <a:xfrm>
            <a:off x="2637155" y="3578860"/>
            <a:ext cx="0" cy="200025"/>
          </a:xfrm>
          <a:custGeom>
            <a:avLst/>
            <a:gdLst>
              <a:gd name="sw" fmla="*/ 1 w 299970"/>
              <a:gd name="sh" fmla="*/ 1 h 299655"/>
              <a:gd name="mins" fmla="min sw sh"/>
              <a:gd name="dsw" fmla="+- 0 sw mins"/>
              <a:gd name="dsh" fmla="+- 0 sh mins"/>
              <a:gd name="p0a2dx" fmla="*/ dsw 154138 1"/>
              <a:gd name="p0a2dy" fmla="*/ dsh -144033 1"/>
              <a:gd name="p0a1dx" fmla="*/ dsw -145831 1"/>
              <a:gd name="p0a1dy" fmla="*/ dsh -144033 1"/>
              <a:gd name="p0a0dx" fmla="*/ dsw -145831 1"/>
              <a:gd name="p0a0dy" fmla="*/ dsh 155621 1"/>
              <a:gd name="p0x0s" fmla="*/ 149985 mins 1"/>
              <a:gd name="p0x0" fmla="+- p0x0s p0a2dx 0"/>
              <a:gd name="p0y0s" fmla="*/ 0 mins 1"/>
              <a:gd name="p0y0" fmla="+- p0y0s p0a2dy 0"/>
              <a:gd name="p0x1s" fmla="*/ -149985 mins 1"/>
              <a:gd name="p0x1" fmla="+- p0x1s p0a1dx 0"/>
              <a:gd name="p0y1s" fmla="*/ 0 mins 1"/>
              <a:gd name="p0y1" fmla="+- p0y1s p0a1dy 0"/>
              <a:gd name="p0x2s" fmla="*/ -67150 mins 1"/>
              <a:gd name="p0x2" fmla="+- p0x2s p0a1dx 0"/>
              <a:gd name="p0y2s" fmla="*/ 0 mins 1"/>
              <a:gd name="p0y2" fmla="+- p0y2s p0a1dy 0"/>
              <a:gd name="p0x3s" fmla="*/ 0 mins 1"/>
              <a:gd name="p0x3" fmla="+- p0x3s p0a1dx 0"/>
              <a:gd name="p0y3s" fmla="*/ 67150 mins 1"/>
              <a:gd name="p0y3" fmla="+- p0y3s p0a1dy 0"/>
              <a:gd name="p0x4s" fmla="*/ 0 mins 1"/>
              <a:gd name="p0x4" fmla="+- p0x4s p0a1dx 0"/>
              <a:gd name="p0y4s" fmla="*/ 149985 mins 1"/>
              <a:gd name="p0y4" fmla="+- p0y4s p0a1dy 0"/>
              <a:gd name="p0x5s" fmla="*/ 0 mins 1"/>
              <a:gd name="p0x5" fmla="+- p0x5s p0a1dx 0"/>
              <a:gd name="p0y5s" fmla="*/ -149670 mins 1"/>
              <a:gd name="p0y5" fmla="+- p0y5s p0a1dy 0"/>
              <a:gd name="p0x6s" fmla="*/ 0 mins 1"/>
              <a:gd name="p0x6" fmla="+- p0x6s p0a1dx 0"/>
              <a:gd name="p0y6s" fmla="*/ -66835 mins 1"/>
              <a:gd name="p0y6" fmla="+- p0y6s p0a1dy 0"/>
              <a:gd name="p0x7s" fmla="*/ -67150 mins 1"/>
              <a:gd name="p0x7" fmla="+- p0x7s p0a1dx 0"/>
              <a:gd name="p0y7s" fmla="*/ 315 mins 1"/>
              <a:gd name="p0y7" fmla="+- p0y7s p0a1dy 0"/>
              <a:gd name="p0x8s" fmla="*/ -149985 mins 1"/>
              <a:gd name="p0x8" fmla="+- p0x8s p0a1dx 0"/>
              <a:gd name="p0y8s" fmla="*/ 315 mins 1"/>
              <a:gd name="p0y8" fmla="+- p0y8s p0a1dy 0"/>
              <a:gd name="p0x9s" fmla="*/ 149985 mins 1"/>
              <a:gd name="p0x9" fmla="+- p0x9s p0a2dx 0"/>
              <a:gd name="p0y9s" fmla="*/ 315 mins 1"/>
              <a:gd name="p0y9" fmla="+- p0y9s p0a2dy 0"/>
              <a:gd name="p0x10s" fmla="*/ 67150 mins 1"/>
              <a:gd name="p0x10" fmla="+- p0x10s p0a2dx 0"/>
              <a:gd name="p0y10s" fmla="*/ 315 mins 1"/>
              <a:gd name="p0y10" fmla="+- p0y10s p0a2dy 0"/>
              <a:gd name="p0x11s" fmla="*/ 0 mins 1"/>
              <a:gd name="p0x11" fmla="+- p0x11s p0a2dx 0"/>
              <a:gd name="p0y11s" fmla="*/ -66835 mins 1"/>
              <a:gd name="p0y11" fmla="+- p0y11s p0a2dy 0"/>
              <a:gd name="p0x12s" fmla="*/ 0 mins 1"/>
              <a:gd name="p0x12" fmla="+- p0x12s p0a2dx 0"/>
              <a:gd name="p0y12s" fmla="*/ -149670 mins 1"/>
              <a:gd name="p0y12" fmla="+- p0y12s p0a2dy 0"/>
              <a:gd name="p0x13s" fmla="*/ 0 mins 1"/>
              <a:gd name="p0x13" fmla="+- p0x13s p0a0dx 0"/>
              <a:gd name="p0y13s" fmla="*/ 149985 mins 1"/>
              <a:gd name="p0y13" fmla="+- p0y13s p0a0dy 0"/>
              <a:gd name="p0x14s" fmla="*/ 0 mins 1"/>
              <a:gd name="p0x14" fmla="+- p0x14s p0a0dx 0"/>
              <a:gd name="p0y14s" fmla="*/ 67150 mins 1"/>
              <a:gd name="p0y14" fmla="+- p0y14s p0a0dy 0"/>
              <a:gd name="p0x15s" fmla="*/ 67150 mins 1"/>
              <a:gd name="p0x15" fmla="+- p0x15s p0a0dx 0"/>
              <a:gd name="p0y15s" fmla="*/ 0 mins 1"/>
              <a:gd name="p0y15" fmla="+- p0y15s p0a0dy 0"/>
              <a:gd name="p0x16s" fmla="*/ 149985 mins 1"/>
              <a:gd name="p0x16" fmla="+- p0x16s p0a0dx 0"/>
              <a:gd name="p0y16s" fmla="*/ 0 mins 1"/>
              <a:gd name="p0y16" fmla="+- p0y16s p0a0dy 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6DBF6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>
            <p:custDataLst>
              <p:tags r:id="rId25"/>
            </p:custDataLst>
          </p:nvPr>
        </p:nvSpPr>
        <p:spPr>
          <a:xfrm>
            <a:off x="2637311" y="3579019"/>
            <a:ext cx="6096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1A4A1A"/>
                </a:solidFill>
                <a:latin typeface="微软雅黑" panose="020B0503020204020204" charset="-122"/>
                <a:ea typeface="微软雅黑" panose="020B0503020204020204" charset="-122"/>
              </a:rPr>
              <a:t>已实现</a:t>
            </a:r>
            <a:endParaRPr sz="1200" b="1">
              <a:solidFill>
                <a:srgbClr val="1A4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26"/>
            </p:custDataLst>
          </p:nvPr>
        </p:nvSpPr>
        <p:spPr>
          <a:xfrm>
            <a:off x="4080348" y="3545710"/>
            <a:ext cx="2653827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2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</a:rPr>
              <a:t>校园服务分支使用专属知识库检索</a:t>
            </a:r>
            <a:endParaRPr sz="1200">
              <a:solidFill>
                <a:srgbClr val="6A5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05" name="组合 104"/>
          <p:cNvGrpSpPr/>
          <p:nvPr/>
        </p:nvGrpSpPr>
        <p:grpSpPr>
          <a:xfrm>
            <a:off x="695325" y="3985895"/>
            <a:ext cx="6153150" cy="604520"/>
            <a:chOff x="1095" y="6277"/>
            <a:chExt cx="9690" cy="952"/>
          </a:xfrm>
        </p:grpSpPr>
        <p:sp>
          <p:nvSpPr>
            <p:cNvPr id="33" name="任意多边形 32"/>
            <p:cNvSpPr/>
            <p:nvPr>
              <p:custDataLst>
                <p:tags r:id="rId27"/>
              </p:custDataLst>
            </p:nvPr>
          </p:nvSpPr>
          <p:spPr>
            <a:xfrm>
              <a:off x="1095" y="6277"/>
              <a:ext cx="9690" cy="953"/>
            </a:xfrm>
            <a:custGeom>
              <a:avLst/>
              <a:gdLst>
                <a:gd name="sw" fmla="*/ 1 w 9690"/>
                <a:gd name="sh" fmla="*/ 1 h 952"/>
                <a:gd name="mins" fmla="min sw sh"/>
                <a:gd name="dsw" fmla="+- 0 sw mins"/>
                <a:gd name="dsh" fmla="+- 0 sh mins"/>
                <a:gd name="p0x0" fmla="*/ 0 w 9690"/>
                <a:gd name="p0y0" fmla="*/ 0 h 952"/>
                <a:gd name="p0x1" fmla="*/ 9690 w 9690"/>
                <a:gd name="p0y1" fmla="*/ 0 h 952"/>
                <a:gd name="p0x2" fmla="*/ 9690 w 9690"/>
                <a:gd name="p0y2" fmla="*/ 952 h 952"/>
                <a:gd name="p0x3" fmla="*/ 0 w 9690"/>
                <a:gd name="p0y3" fmla="*/ 952 h 952"/>
                <a:gd name="p0x4" fmla="*/ 0 w 9690"/>
                <a:gd name="p0y4" fmla="*/ 0 h 95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4" name="任意多边形 33"/>
            <p:cNvSpPr/>
            <p:nvPr>
              <p:custDataLst>
                <p:tags r:id="rId28"/>
              </p:custDataLst>
            </p:nvPr>
          </p:nvSpPr>
          <p:spPr>
            <a:xfrm>
              <a:off x="1095" y="7215"/>
              <a:ext cx="9690" cy="15"/>
            </a:xfrm>
            <a:custGeom>
              <a:avLst/>
              <a:gdLst>
                <a:gd name="sw" fmla="*/ 1 w 9690"/>
                <a:gd name="sh" fmla="*/ 1 h 15"/>
                <a:gd name="mins" fmla="min sw sh"/>
                <a:gd name="dsw" fmla="+- 0 sw mins"/>
                <a:gd name="dsh" fmla="+- 0 sh mins"/>
                <a:gd name="p0x0" fmla="*/ 9690 w 9690"/>
                <a:gd name="p0y0" fmla="*/ 15 h 15"/>
                <a:gd name="p0x1" fmla="*/ 0 w 9690"/>
                <a:gd name="p0y1" fmla="*/ 15 h 15"/>
                <a:gd name="p0x2" fmla="*/ 0 w 9690"/>
                <a:gd name="p0y2" fmla="*/ 0 h 15"/>
                <a:gd name="p0x3" fmla="*/ 9690 w 9690"/>
                <a:gd name="p0y3" fmla="*/ 0 h 15"/>
                <a:gd name="p0x4" fmla="*/ 9690 w 969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0E8D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6" name="任意多边形 35"/>
          <p:cNvSpPr/>
          <p:nvPr>
            <p:custDataLst>
              <p:tags r:id="rId29"/>
            </p:custDataLst>
          </p:nvPr>
        </p:nvSpPr>
        <p:spPr>
          <a:xfrm>
            <a:off x="809625" y="398589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2E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>
            <p:custDataLst>
              <p:tags r:id="rId30"/>
            </p:custDataLst>
          </p:nvPr>
        </p:nvSpPr>
        <p:spPr>
          <a:xfrm>
            <a:off x="876300" y="4017169"/>
            <a:ext cx="419100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650" b="1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💬</a:t>
            </a:r>
            <a:endParaRPr sz="1650" b="1">
              <a:solidFill>
                <a:srgbClr val="5A3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31"/>
            </p:custDataLst>
          </p:nvPr>
        </p:nvSpPr>
        <p:spPr>
          <a:xfrm>
            <a:off x="809625" y="4329430"/>
            <a:ext cx="1206500" cy="2527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sz="15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长期</a:t>
            </a:r>
            <a:r>
              <a:rPr sz="15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会话记忆</a:t>
            </a:r>
            <a:endParaRPr sz="150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任意多边形 38"/>
          <p:cNvSpPr/>
          <p:nvPr>
            <p:custDataLst>
              <p:tags r:id="rId32"/>
            </p:custDataLst>
          </p:nvPr>
        </p:nvSpPr>
        <p:spPr>
          <a:xfrm>
            <a:off x="2522855" y="4145280"/>
            <a:ext cx="685800" cy="276225"/>
          </a:xfrm>
          <a:custGeom>
            <a:avLst/>
            <a:gdLst>
              <a:gd name="sw" fmla="*/ 1 w 1080"/>
              <a:gd name="sh" fmla="*/ 1 h 435"/>
              <a:gd name="mins" fmla="min sw sh"/>
              <a:gd name="dsw" fmla="+- 0 sw mins"/>
              <a:gd name="dsh" fmla="+- 0 sh mins"/>
              <a:gd name="p0x0" fmla="*/ 217 w 1080"/>
              <a:gd name="p0y0" fmla="*/ 0 h 435"/>
              <a:gd name="p0x1" fmla="*/ 862 w 1080"/>
              <a:gd name="p0y1" fmla="*/ 0 h 435"/>
              <a:gd name="p0x2" fmla="*/ 982 w 1080"/>
              <a:gd name="p0y2" fmla="*/ 0 h 435"/>
              <a:gd name="p0x3" fmla="*/ 1080 w 1080"/>
              <a:gd name="p0y3" fmla="*/ 97 h 435"/>
              <a:gd name="p0x4" fmla="*/ 1080 w 1080"/>
              <a:gd name="p0y4" fmla="*/ 217 h 435"/>
              <a:gd name="p0x5" fmla="*/ 1080 w 1080"/>
              <a:gd name="p0y5" fmla="*/ 337 h 435"/>
              <a:gd name="p0x6" fmla="*/ 982 w 1080"/>
              <a:gd name="p0y6" fmla="*/ 435 h 435"/>
              <a:gd name="p0x7" fmla="*/ 862 w 1080"/>
              <a:gd name="p0y7" fmla="*/ 435 h 435"/>
              <a:gd name="p0x8" fmla="*/ 217 w 1080"/>
              <a:gd name="p0y8" fmla="*/ 435 h 435"/>
              <a:gd name="p0x9" fmla="*/ 97 w 1080"/>
              <a:gd name="p0y9" fmla="*/ 435 h 435"/>
              <a:gd name="p0x10" fmla="*/ 0 w 1080"/>
              <a:gd name="p0y10" fmla="*/ 337 h 435"/>
              <a:gd name="p0x11" fmla="*/ 0 w 1080"/>
              <a:gd name="p0y11" fmla="*/ 217 h 435"/>
              <a:gd name="p0x12" fmla="*/ 0 w 1080"/>
              <a:gd name="p0y12" fmla="*/ 97 h 435"/>
              <a:gd name="p0x13" fmla="*/ 97 w 1080"/>
              <a:gd name="p0y13" fmla="*/ 0 h 435"/>
              <a:gd name="p0x14" fmla="*/ 217 w 1080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D4F0D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任意多边形 39"/>
          <p:cNvSpPr/>
          <p:nvPr>
            <p:custDataLst>
              <p:tags r:id="rId33"/>
            </p:custDataLst>
          </p:nvPr>
        </p:nvSpPr>
        <p:spPr>
          <a:xfrm>
            <a:off x="2637155" y="4183380"/>
            <a:ext cx="0" cy="200025"/>
          </a:xfrm>
          <a:custGeom>
            <a:avLst/>
            <a:gdLst>
              <a:gd name="sw" fmla="*/ 1 w 299970"/>
              <a:gd name="sh" fmla="*/ 1 h 299655"/>
              <a:gd name="mins" fmla="min sw sh"/>
              <a:gd name="dsw" fmla="+- 0 sw mins"/>
              <a:gd name="dsh" fmla="+- 0 sh mins"/>
              <a:gd name="p0a2dx" fmla="*/ dsw 154138 1"/>
              <a:gd name="p0a2dy" fmla="*/ dsh -143081 1"/>
              <a:gd name="p0a1dx" fmla="*/ dsw -145831 1"/>
              <a:gd name="p0a1dy" fmla="*/ dsh -143081 1"/>
              <a:gd name="p0a0dx" fmla="*/ dsw -145831 1"/>
              <a:gd name="p0a0dy" fmla="*/ dsh 156573 1"/>
              <a:gd name="p0x0s" fmla="*/ 149985 mins 1"/>
              <a:gd name="p0x0" fmla="+- p0x0s p0a2dx 0"/>
              <a:gd name="p0y0s" fmla="*/ 0 mins 1"/>
              <a:gd name="p0y0" fmla="+- p0y0s p0a2dy 0"/>
              <a:gd name="p0x1s" fmla="*/ -149985 mins 1"/>
              <a:gd name="p0x1" fmla="+- p0x1s p0a1dx 0"/>
              <a:gd name="p0y1s" fmla="*/ 0 mins 1"/>
              <a:gd name="p0y1" fmla="+- p0y1s p0a1dy 0"/>
              <a:gd name="p0x2s" fmla="*/ -67150 mins 1"/>
              <a:gd name="p0x2" fmla="+- p0x2s p0a1dx 0"/>
              <a:gd name="p0y2s" fmla="*/ 0 mins 1"/>
              <a:gd name="p0y2" fmla="+- p0y2s p0a1dy 0"/>
              <a:gd name="p0x3s" fmla="*/ 0 mins 1"/>
              <a:gd name="p0x3" fmla="+- p0x3s p0a1dx 0"/>
              <a:gd name="p0y3s" fmla="*/ 67150 mins 1"/>
              <a:gd name="p0y3" fmla="+- p0y3s p0a1dy 0"/>
              <a:gd name="p0x4s" fmla="*/ 0 mins 1"/>
              <a:gd name="p0x4" fmla="+- p0x4s p0a1dx 0"/>
              <a:gd name="p0y4s" fmla="*/ 149985 mins 1"/>
              <a:gd name="p0y4" fmla="+- p0y4s p0a1dy 0"/>
              <a:gd name="p0x5s" fmla="*/ 0 mins 1"/>
              <a:gd name="p0x5" fmla="+- p0x5s p0a1dx 0"/>
              <a:gd name="p0y5s" fmla="*/ -149670 mins 1"/>
              <a:gd name="p0y5" fmla="+- p0y5s p0a1dy 0"/>
              <a:gd name="p0x6s" fmla="*/ 0 mins 1"/>
              <a:gd name="p0x6" fmla="+- p0x6s p0a1dx 0"/>
              <a:gd name="p0y6s" fmla="*/ -66835 mins 1"/>
              <a:gd name="p0y6" fmla="+- p0y6s p0a1dy 0"/>
              <a:gd name="p0x7s" fmla="*/ -67150 mins 1"/>
              <a:gd name="p0x7" fmla="+- p0x7s p0a1dx 0"/>
              <a:gd name="p0y7s" fmla="*/ 315 mins 1"/>
              <a:gd name="p0y7" fmla="+- p0y7s p0a1dy 0"/>
              <a:gd name="p0x8s" fmla="*/ -149985 mins 1"/>
              <a:gd name="p0x8" fmla="+- p0x8s p0a1dx 0"/>
              <a:gd name="p0y8s" fmla="*/ 315 mins 1"/>
              <a:gd name="p0y8" fmla="+- p0y8s p0a1dy 0"/>
              <a:gd name="p0x9s" fmla="*/ 149985 mins 1"/>
              <a:gd name="p0x9" fmla="+- p0x9s p0a2dx 0"/>
              <a:gd name="p0y9s" fmla="*/ 315 mins 1"/>
              <a:gd name="p0y9" fmla="+- p0y9s p0a2dy 0"/>
              <a:gd name="p0x10s" fmla="*/ 67150 mins 1"/>
              <a:gd name="p0x10" fmla="+- p0x10s p0a2dx 0"/>
              <a:gd name="p0y10s" fmla="*/ 315 mins 1"/>
              <a:gd name="p0y10" fmla="+- p0y10s p0a2dy 0"/>
              <a:gd name="p0x11s" fmla="*/ 0 mins 1"/>
              <a:gd name="p0x11" fmla="+- p0x11s p0a2dx 0"/>
              <a:gd name="p0y11s" fmla="*/ -66835 mins 1"/>
              <a:gd name="p0y11" fmla="+- p0y11s p0a2dy 0"/>
              <a:gd name="p0x12s" fmla="*/ 0 mins 1"/>
              <a:gd name="p0x12" fmla="+- p0x12s p0a2dx 0"/>
              <a:gd name="p0y12s" fmla="*/ -149670 mins 1"/>
              <a:gd name="p0y12" fmla="+- p0y12s p0a2dy 0"/>
              <a:gd name="p0x13s" fmla="*/ 0 mins 1"/>
              <a:gd name="p0x13" fmla="+- p0x13s p0a0dx 0"/>
              <a:gd name="p0y13s" fmla="*/ 149985 mins 1"/>
              <a:gd name="p0y13" fmla="+- p0y13s p0a0dy 0"/>
              <a:gd name="p0x14s" fmla="*/ 0 mins 1"/>
              <a:gd name="p0x14" fmla="+- p0x14s p0a0dx 0"/>
              <a:gd name="p0y14s" fmla="*/ 67150 mins 1"/>
              <a:gd name="p0y14" fmla="+- p0y14s p0a0dy 0"/>
              <a:gd name="p0x15s" fmla="*/ 67150 mins 1"/>
              <a:gd name="p0x15" fmla="+- p0x15s p0a0dx 0"/>
              <a:gd name="p0y15s" fmla="*/ 0 mins 1"/>
              <a:gd name="p0y15" fmla="+- p0y15s p0a0dy 0"/>
              <a:gd name="p0x16s" fmla="*/ 149985 mins 1"/>
              <a:gd name="p0x16" fmla="+- p0x16s p0a0dx 0"/>
              <a:gd name="p0y16s" fmla="*/ 0 mins 1"/>
              <a:gd name="p0y16" fmla="+- p0y16s p0a0dy 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6DBF6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>
            <p:custDataLst>
              <p:tags r:id="rId34"/>
            </p:custDataLst>
          </p:nvPr>
        </p:nvSpPr>
        <p:spPr>
          <a:xfrm>
            <a:off x="2637311" y="4183856"/>
            <a:ext cx="6096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1A4A1A"/>
                </a:solidFill>
                <a:latin typeface="微软雅黑" panose="020B0503020204020204" charset="-122"/>
                <a:ea typeface="微软雅黑" panose="020B0503020204020204" charset="-122"/>
              </a:rPr>
              <a:t>已实现</a:t>
            </a:r>
            <a:endParaRPr sz="1200" b="1">
              <a:solidFill>
                <a:srgbClr val="1A4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>
            <p:custDataLst>
              <p:tags r:id="rId35"/>
            </p:custDataLst>
          </p:nvPr>
        </p:nvSpPr>
        <p:spPr>
          <a:xfrm>
            <a:off x="4080348" y="4142451"/>
            <a:ext cx="2653827" cy="2714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50"/>
              <a:t> </a:t>
            </a:r>
            <a:r>
              <a:rPr sz="1650" b="1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</a:rPr>
              <a:t>13</a:t>
            </a:r>
            <a:r>
              <a:rPr sz="150"/>
              <a:t> </a:t>
            </a:r>
            <a:r>
              <a:rPr sz="12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</a:rPr>
              <a:t>个变量支持跨轮记忆</a:t>
            </a:r>
            <a:endParaRPr sz="1200">
              <a:solidFill>
                <a:srgbClr val="6A5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06" name="组合 105"/>
          <p:cNvGrpSpPr/>
          <p:nvPr/>
        </p:nvGrpSpPr>
        <p:grpSpPr>
          <a:xfrm>
            <a:off x="695325" y="4591050"/>
            <a:ext cx="6153150" cy="604520"/>
            <a:chOff x="1095" y="7230"/>
            <a:chExt cx="9690" cy="952"/>
          </a:xfrm>
        </p:grpSpPr>
        <p:sp>
          <p:nvSpPr>
            <p:cNvPr id="43" name="任意多边形 42"/>
            <p:cNvSpPr/>
            <p:nvPr>
              <p:custDataLst>
                <p:tags r:id="rId36"/>
              </p:custDataLst>
            </p:nvPr>
          </p:nvSpPr>
          <p:spPr>
            <a:xfrm>
              <a:off x="1095" y="7230"/>
              <a:ext cx="9690" cy="952"/>
            </a:xfrm>
            <a:custGeom>
              <a:avLst/>
              <a:gdLst>
                <a:gd name="sw" fmla="*/ 1 w 9690"/>
                <a:gd name="sh" fmla="*/ 1 h 952"/>
                <a:gd name="mins" fmla="min sw sh"/>
                <a:gd name="dsw" fmla="+- 0 sw mins"/>
                <a:gd name="dsh" fmla="+- 0 sh mins"/>
                <a:gd name="p0x0" fmla="*/ 0 w 9690"/>
                <a:gd name="p0y0" fmla="*/ 0 h 952"/>
                <a:gd name="p0x1" fmla="*/ 9690 w 9690"/>
                <a:gd name="p0y1" fmla="*/ 0 h 952"/>
                <a:gd name="p0x2" fmla="*/ 9690 w 9690"/>
                <a:gd name="p0y2" fmla="*/ 952 h 952"/>
                <a:gd name="p0x3" fmla="*/ 0 w 9690"/>
                <a:gd name="p0y3" fmla="*/ 952 h 952"/>
                <a:gd name="p0x4" fmla="*/ 0 w 9690"/>
                <a:gd name="p0y4" fmla="*/ 0 h 95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4" name="任意多边形 43"/>
            <p:cNvSpPr/>
            <p:nvPr>
              <p:custDataLst>
                <p:tags r:id="rId37"/>
              </p:custDataLst>
            </p:nvPr>
          </p:nvSpPr>
          <p:spPr>
            <a:xfrm>
              <a:off x="1095" y="8167"/>
              <a:ext cx="9690" cy="15"/>
            </a:xfrm>
            <a:custGeom>
              <a:avLst/>
              <a:gdLst>
                <a:gd name="sw" fmla="*/ 1 w 9690"/>
                <a:gd name="sh" fmla="*/ 1 h 15"/>
                <a:gd name="mins" fmla="min sw sh"/>
                <a:gd name="dsw" fmla="+- 0 sw mins"/>
                <a:gd name="dsh" fmla="+- 0 sh mins"/>
                <a:gd name="p0x0" fmla="*/ 9690 w 9690"/>
                <a:gd name="p0y0" fmla="*/ 15 h 15"/>
                <a:gd name="p0x1" fmla="*/ 0 w 9690"/>
                <a:gd name="p0y1" fmla="*/ 15 h 15"/>
                <a:gd name="p0x2" fmla="*/ 0 w 9690"/>
                <a:gd name="p0y2" fmla="*/ 0 h 15"/>
                <a:gd name="p0x3" fmla="*/ 9690 w 9690"/>
                <a:gd name="p0y3" fmla="*/ 0 h 15"/>
                <a:gd name="p0x4" fmla="*/ 9690 w 969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0E8D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6" name="任意多边形 45"/>
          <p:cNvSpPr/>
          <p:nvPr>
            <p:custDataLst>
              <p:tags r:id="rId38"/>
            </p:custDataLst>
          </p:nvPr>
        </p:nvSpPr>
        <p:spPr>
          <a:xfrm>
            <a:off x="809625" y="459105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2E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>
            <p:custDataLst>
              <p:tags r:id="rId39"/>
            </p:custDataLst>
          </p:nvPr>
        </p:nvSpPr>
        <p:spPr>
          <a:xfrm>
            <a:off x="888206" y="4622006"/>
            <a:ext cx="395288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650" b="1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🔌</a:t>
            </a:r>
            <a:endParaRPr sz="1650" b="1">
              <a:solidFill>
                <a:srgbClr val="5A3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文本框 47"/>
          <p:cNvSpPr txBox="1"/>
          <p:nvPr>
            <p:custDataLst>
              <p:tags r:id="rId40"/>
            </p:custDataLst>
          </p:nvPr>
        </p:nvSpPr>
        <p:spPr>
          <a:xfrm>
            <a:off x="809625" y="4933950"/>
            <a:ext cx="772795" cy="2527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插件</a:t>
            </a:r>
            <a:r>
              <a:rPr lang="zh-CN" sz="15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应用</a:t>
            </a:r>
            <a:endParaRPr lang="zh-CN" sz="150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任意多边形 48"/>
          <p:cNvSpPr/>
          <p:nvPr>
            <p:custDataLst>
              <p:tags r:id="rId41"/>
            </p:custDataLst>
          </p:nvPr>
        </p:nvSpPr>
        <p:spPr>
          <a:xfrm>
            <a:off x="2522855" y="4750435"/>
            <a:ext cx="838200" cy="276225"/>
          </a:xfrm>
          <a:custGeom>
            <a:avLst/>
            <a:gdLst>
              <a:gd name="sw" fmla="*/ 1 w 1320"/>
              <a:gd name="sh" fmla="*/ 1 h 435"/>
              <a:gd name="mins" fmla="min sw sh"/>
              <a:gd name="dsw" fmla="+- 0 sw mins"/>
              <a:gd name="dsh" fmla="+- 0 sh mins"/>
              <a:gd name="p0x0" fmla="*/ 217 w 1320"/>
              <a:gd name="p0y0" fmla="*/ 0 h 435"/>
              <a:gd name="p0x1" fmla="*/ 1102 w 1320"/>
              <a:gd name="p0y1" fmla="*/ 0 h 435"/>
              <a:gd name="p0x2" fmla="*/ 1222 w 1320"/>
              <a:gd name="p0y2" fmla="*/ 0 h 435"/>
              <a:gd name="p0x3" fmla="*/ 1320 w 1320"/>
              <a:gd name="p0y3" fmla="*/ 97 h 435"/>
              <a:gd name="p0x4" fmla="*/ 1320 w 1320"/>
              <a:gd name="p0y4" fmla="*/ 217 h 435"/>
              <a:gd name="p0x5" fmla="*/ 1320 w 1320"/>
              <a:gd name="p0y5" fmla="*/ 337 h 435"/>
              <a:gd name="p0x6" fmla="*/ 1222 w 1320"/>
              <a:gd name="p0y6" fmla="*/ 435 h 435"/>
              <a:gd name="p0x7" fmla="*/ 1102 w 1320"/>
              <a:gd name="p0y7" fmla="*/ 435 h 435"/>
              <a:gd name="p0x8" fmla="*/ 217 w 1320"/>
              <a:gd name="p0y8" fmla="*/ 435 h 435"/>
              <a:gd name="p0x9" fmla="*/ 97 w 1320"/>
              <a:gd name="p0y9" fmla="*/ 435 h 435"/>
              <a:gd name="p0x10" fmla="*/ 0 w 1320"/>
              <a:gd name="p0y10" fmla="*/ 337 h 435"/>
              <a:gd name="p0x11" fmla="*/ 0 w 1320"/>
              <a:gd name="p0y11" fmla="*/ 217 h 435"/>
              <a:gd name="p0x12" fmla="*/ 0 w 1320"/>
              <a:gd name="p0y12" fmla="*/ 97 h 435"/>
              <a:gd name="p0x13" fmla="*/ 97 w 1320"/>
              <a:gd name="p0y13" fmla="*/ 0 h 435"/>
              <a:gd name="p0x14" fmla="*/ 217 w 1320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9EAB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任意多边形 49"/>
          <p:cNvSpPr/>
          <p:nvPr>
            <p:custDataLst>
              <p:tags r:id="rId42"/>
            </p:custDataLst>
          </p:nvPr>
        </p:nvSpPr>
        <p:spPr>
          <a:xfrm>
            <a:off x="2637155" y="4788535"/>
            <a:ext cx="0" cy="200025"/>
          </a:xfrm>
          <a:custGeom>
            <a:avLst/>
            <a:gdLst>
              <a:gd name="sw" fmla="*/ 1 w 299970"/>
              <a:gd name="sh" fmla="*/ 1 h 299655"/>
              <a:gd name="mins" fmla="min sw sh"/>
              <a:gd name="dsw" fmla="+- 0 sw mins"/>
              <a:gd name="dsh" fmla="+- 0 sh mins"/>
              <a:gd name="p0a2dx" fmla="*/ dsw 154138 1"/>
              <a:gd name="p0a2dy" fmla="*/ dsh -142128 1"/>
              <a:gd name="p0a1dx" fmla="*/ dsw -145831 1"/>
              <a:gd name="p0a1dy" fmla="*/ dsh -142128 1"/>
              <a:gd name="p0a0dx" fmla="*/ dsw -145831 1"/>
              <a:gd name="p0a0dy" fmla="*/ dsh 157526 1"/>
              <a:gd name="p0x0s" fmla="*/ 149985 mins 1"/>
              <a:gd name="p0x0" fmla="+- p0x0s p0a2dx 0"/>
              <a:gd name="p0y0s" fmla="*/ 0 mins 1"/>
              <a:gd name="p0y0" fmla="+- p0y0s p0a2dy 0"/>
              <a:gd name="p0x1s" fmla="*/ -149985 mins 1"/>
              <a:gd name="p0x1" fmla="+- p0x1s p0a1dx 0"/>
              <a:gd name="p0y1s" fmla="*/ 0 mins 1"/>
              <a:gd name="p0y1" fmla="+- p0y1s p0a1dy 0"/>
              <a:gd name="p0x2s" fmla="*/ -67150 mins 1"/>
              <a:gd name="p0x2" fmla="+- p0x2s p0a1dx 0"/>
              <a:gd name="p0y2s" fmla="*/ 0 mins 1"/>
              <a:gd name="p0y2" fmla="+- p0y2s p0a1dy 0"/>
              <a:gd name="p0x3s" fmla="*/ 0 mins 1"/>
              <a:gd name="p0x3" fmla="+- p0x3s p0a1dx 0"/>
              <a:gd name="p0y3s" fmla="*/ 67150 mins 1"/>
              <a:gd name="p0y3" fmla="+- p0y3s p0a1dy 0"/>
              <a:gd name="p0x4s" fmla="*/ 0 mins 1"/>
              <a:gd name="p0x4" fmla="+- p0x4s p0a1dx 0"/>
              <a:gd name="p0y4s" fmla="*/ 149985 mins 1"/>
              <a:gd name="p0y4" fmla="+- p0y4s p0a1dy 0"/>
              <a:gd name="p0x5s" fmla="*/ 0 mins 1"/>
              <a:gd name="p0x5" fmla="+- p0x5s p0a1dx 0"/>
              <a:gd name="p0y5s" fmla="*/ -149670 mins 1"/>
              <a:gd name="p0y5" fmla="+- p0y5s p0a1dy 0"/>
              <a:gd name="p0x6s" fmla="*/ 0 mins 1"/>
              <a:gd name="p0x6" fmla="+- p0x6s p0a1dx 0"/>
              <a:gd name="p0y6s" fmla="*/ -66835 mins 1"/>
              <a:gd name="p0y6" fmla="+- p0y6s p0a1dy 0"/>
              <a:gd name="p0x7s" fmla="*/ -67150 mins 1"/>
              <a:gd name="p0x7" fmla="+- p0x7s p0a1dx 0"/>
              <a:gd name="p0y7s" fmla="*/ 315 mins 1"/>
              <a:gd name="p0y7" fmla="+- p0y7s p0a1dy 0"/>
              <a:gd name="p0x8s" fmla="*/ -149985 mins 1"/>
              <a:gd name="p0x8" fmla="+- p0x8s p0a1dx 0"/>
              <a:gd name="p0y8s" fmla="*/ 315 mins 1"/>
              <a:gd name="p0y8" fmla="+- p0y8s p0a1dy 0"/>
              <a:gd name="p0x9s" fmla="*/ 149985 mins 1"/>
              <a:gd name="p0x9" fmla="+- p0x9s p0a2dx 0"/>
              <a:gd name="p0y9s" fmla="*/ 315 mins 1"/>
              <a:gd name="p0y9" fmla="+- p0y9s p0a2dy 0"/>
              <a:gd name="p0x10s" fmla="*/ 67150 mins 1"/>
              <a:gd name="p0x10" fmla="+- p0x10s p0a2dx 0"/>
              <a:gd name="p0y10s" fmla="*/ 315 mins 1"/>
              <a:gd name="p0y10" fmla="+- p0y10s p0a2dy 0"/>
              <a:gd name="p0x11s" fmla="*/ 0 mins 1"/>
              <a:gd name="p0x11" fmla="+- p0x11s p0a2dx 0"/>
              <a:gd name="p0y11s" fmla="*/ -66835 mins 1"/>
              <a:gd name="p0y11" fmla="+- p0y11s p0a2dy 0"/>
              <a:gd name="p0x12s" fmla="*/ 0 mins 1"/>
              <a:gd name="p0x12" fmla="+- p0x12s p0a2dx 0"/>
              <a:gd name="p0y12s" fmla="*/ -149670 mins 1"/>
              <a:gd name="p0y12" fmla="+- p0y12s p0a2dy 0"/>
              <a:gd name="p0x13s" fmla="*/ 0 mins 1"/>
              <a:gd name="p0x13" fmla="+- p0x13s p0a0dx 0"/>
              <a:gd name="p0y13s" fmla="*/ 149985 mins 1"/>
              <a:gd name="p0y13" fmla="+- p0y13s p0a0dy 0"/>
              <a:gd name="p0x14s" fmla="*/ 0 mins 1"/>
              <a:gd name="p0x14" fmla="+- p0x14s p0a0dx 0"/>
              <a:gd name="p0y14s" fmla="*/ 67150 mins 1"/>
              <a:gd name="p0y14" fmla="+- p0y14s p0a0dy 0"/>
              <a:gd name="p0x15s" fmla="*/ 67150 mins 1"/>
              <a:gd name="p0x15" fmla="+- p0x15s p0a0dx 0"/>
              <a:gd name="p0y15s" fmla="*/ 0 mins 1"/>
              <a:gd name="p0y15" fmla="+- p0y15s p0a0dy 0"/>
              <a:gd name="p0x16s" fmla="*/ 149985 mins 1"/>
              <a:gd name="p0x16" fmla="+- p0x16s p0a0dx 0"/>
              <a:gd name="p0y16s" fmla="*/ 0 mins 1"/>
              <a:gd name="p0y16" fmla="+- p0y16s p0a0dy 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0C04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>
            <p:custDataLst>
              <p:tags r:id="rId43"/>
            </p:custDataLst>
          </p:nvPr>
        </p:nvSpPr>
        <p:spPr>
          <a:xfrm>
            <a:off x="2637311" y="4788694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4A3A00"/>
                </a:solidFill>
                <a:latin typeface="微软雅黑" panose="020B0503020204020204" charset="-122"/>
                <a:ea typeface="微软雅黑" panose="020B0503020204020204" charset="-122"/>
              </a:rPr>
              <a:t>部分具备</a:t>
            </a:r>
            <a:endParaRPr sz="1200" b="1">
              <a:solidFill>
                <a:srgbClr val="4A3A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文本框 51"/>
          <p:cNvSpPr txBox="1"/>
          <p:nvPr>
            <p:custDataLst>
              <p:tags r:id="rId44"/>
            </p:custDataLst>
          </p:nvPr>
        </p:nvSpPr>
        <p:spPr>
          <a:xfrm>
            <a:off x="4080348" y="4633494"/>
            <a:ext cx="2653827" cy="5047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2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OpenAI API Compatible </a:t>
            </a:r>
            <a:r>
              <a:rPr lang="zh-CN" altLang="en-US" sz="12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调用</a:t>
            </a:r>
            <a:r>
              <a:rPr lang="en-US" altLang="zh-CN" sz="12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Qwen3.5</a:t>
            </a:r>
            <a:endParaRPr lang="en-US" altLang="zh-CN" sz="1200">
              <a:solidFill>
                <a:srgbClr val="6A5A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07" name="组合 106"/>
          <p:cNvGrpSpPr/>
          <p:nvPr/>
        </p:nvGrpSpPr>
        <p:grpSpPr>
          <a:xfrm>
            <a:off x="695325" y="5195570"/>
            <a:ext cx="6153150" cy="604520"/>
            <a:chOff x="1095" y="8182"/>
            <a:chExt cx="9690" cy="952"/>
          </a:xfrm>
        </p:grpSpPr>
        <p:sp>
          <p:nvSpPr>
            <p:cNvPr id="53" name="任意多边形 52"/>
            <p:cNvSpPr/>
            <p:nvPr>
              <p:custDataLst>
                <p:tags r:id="rId45"/>
              </p:custDataLst>
            </p:nvPr>
          </p:nvSpPr>
          <p:spPr>
            <a:xfrm>
              <a:off x="1095" y="8182"/>
              <a:ext cx="9690" cy="953"/>
            </a:xfrm>
            <a:custGeom>
              <a:avLst/>
              <a:gdLst>
                <a:gd name="sw" fmla="*/ 1 w 9690"/>
                <a:gd name="sh" fmla="*/ 1 h 952"/>
                <a:gd name="mins" fmla="min sw sh"/>
                <a:gd name="dsw" fmla="+- 0 sw mins"/>
                <a:gd name="dsh" fmla="+- 0 sh mins"/>
                <a:gd name="p0x0" fmla="*/ 0 w 9690"/>
                <a:gd name="p0y0" fmla="*/ 0 h 952"/>
                <a:gd name="p0x1" fmla="*/ 9690 w 9690"/>
                <a:gd name="p0y1" fmla="*/ 0 h 952"/>
                <a:gd name="p0x2" fmla="*/ 9690 w 9690"/>
                <a:gd name="p0y2" fmla="*/ 952 h 952"/>
                <a:gd name="p0x3" fmla="*/ 0 w 9690"/>
                <a:gd name="p0y3" fmla="*/ 952 h 952"/>
                <a:gd name="p0x4" fmla="*/ 0 w 9690"/>
                <a:gd name="p0y4" fmla="*/ 0 h 95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4" name="任意多边形 53"/>
            <p:cNvSpPr/>
            <p:nvPr>
              <p:custDataLst>
                <p:tags r:id="rId46"/>
              </p:custDataLst>
            </p:nvPr>
          </p:nvSpPr>
          <p:spPr>
            <a:xfrm>
              <a:off x="1095" y="9120"/>
              <a:ext cx="9690" cy="15"/>
            </a:xfrm>
            <a:custGeom>
              <a:avLst/>
              <a:gdLst>
                <a:gd name="sw" fmla="*/ 1 w 9690"/>
                <a:gd name="sh" fmla="*/ 1 h 15"/>
                <a:gd name="mins" fmla="min sw sh"/>
                <a:gd name="dsw" fmla="+- 0 sw mins"/>
                <a:gd name="dsh" fmla="+- 0 sh mins"/>
                <a:gd name="p0x0" fmla="*/ 9690 w 9690"/>
                <a:gd name="p0y0" fmla="*/ 15 h 15"/>
                <a:gd name="p0x1" fmla="*/ 0 w 9690"/>
                <a:gd name="p0y1" fmla="*/ 15 h 15"/>
                <a:gd name="p0x2" fmla="*/ 0 w 9690"/>
                <a:gd name="p0y2" fmla="*/ 0 h 15"/>
                <a:gd name="p0x3" fmla="*/ 9690 w 9690"/>
                <a:gd name="p0y3" fmla="*/ 0 h 15"/>
                <a:gd name="p0x4" fmla="*/ 9690 w 969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0E8D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56" name="任意多边形 55"/>
          <p:cNvSpPr/>
          <p:nvPr>
            <p:custDataLst>
              <p:tags r:id="rId47"/>
            </p:custDataLst>
          </p:nvPr>
        </p:nvSpPr>
        <p:spPr>
          <a:xfrm>
            <a:off x="809625" y="519557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2E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文本框 56"/>
          <p:cNvSpPr txBox="1"/>
          <p:nvPr>
            <p:custDataLst>
              <p:tags r:id="rId48"/>
            </p:custDataLst>
          </p:nvPr>
        </p:nvSpPr>
        <p:spPr>
          <a:xfrm>
            <a:off x="862013" y="5226844"/>
            <a:ext cx="447675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650" b="1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🔗</a:t>
            </a:r>
            <a:endParaRPr sz="1650" b="1">
              <a:solidFill>
                <a:srgbClr val="5A3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文本框 57"/>
          <p:cNvSpPr txBox="1"/>
          <p:nvPr>
            <p:custDataLst>
              <p:tags r:id="rId49"/>
            </p:custDataLst>
          </p:nvPr>
        </p:nvSpPr>
        <p:spPr>
          <a:xfrm>
            <a:off x="809625" y="5539105"/>
            <a:ext cx="876935" cy="2527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MCP</a:t>
            </a:r>
            <a:r>
              <a:rPr lang="zh-CN" sz="15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能力</a:t>
            </a:r>
            <a:endParaRPr lang="zh-CN" sz="150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任意多边形 58"/>
          <p:cNvSpPr/>
          <p:nvPr>
            <p:custDataLst>
              <p:tags r:id="rId50"/>
            </p:custDataLst>
          </p:nvPr>
        </p:nvSpPr>
        <p:spPr>
          <a:xfrm>
            <a:off x="2522855" y="5354955"/>
            <a:ext cx="685800" cy="276225"/>
          </a:xfrm>
          <a:custGeom>
            <a:avLst/>
            <a:gdLst>
              <a:gd name="sw" fmla="*/ 1 w 1080"/>
              <a:gd name="sh" fmla="*/ 1 h 435"/>
              <a:gd name="mins" fmla="min sw sh"/>
              <a:gd name="dsw" fmla="+- 0 sw mins"/>
              <a:gd name="dsh" fmla="+- 0 sh mins"/>
              <a:gd name="p0x0" fmla="*/ 217 w 1080"/>
              <a:gd name="p0y0" fmla="*/ 0 h 435"/>
              <a:gd name="p0x1" fmla="*/ 862 w 1080"/>
              <a:gd name="p0y1" fmla="*/ 0 h 435"/>
              <a:gd name="p0x2" fmla="*/ 982 w 1080"/>
              <a:gd name="p0y2" fmla="*/ 0 h 435"/>
              <a:gd name="p0x3" fmla="*/ 1080 w 1080"/>
              <a:gd name="p0y3" fmla="*/ 97 h 435"/>
              <a:gd name="p0x4" fmla="*/ 1080 w 1080"/>
              <a:gd name="p0y4" fmla="*/ 217 h 435"/>
              <a:gd name="p0x5" fmla="*/ 1080 w 1080"/>
              <a:gd name="p0y5" fmla="*/ 337 h 435"/>
              <a:gd name="p0x6" fmla="*/ 982 w 1080"/>
              <a:gd name="p0y6" fmla="*/ 435 h 435"/>
              <a:gd name="p0x7" fmla="*/ 862 w 1080"/>
              <a:gd name="p0y7" fmla="*/ 435 h 435"/>
              <a:gd name="p0x8" fmla="*/ 217 w 1080"/>
              <a:gd name="p0y8" fmla="*/ 435 h 435"/>
              <a:gd name="p0x9" fmla="*/ 97 w 1080"/>
              <a:gd name="p0y9" fmla="*/ 435 h 435"/>
              <a:gd name="p0x10" fmla="*/ 0 w 1080"/>
              <a:gd name="p0y10" fmla="*/ 337 h 435"/>
              <a:gd name="p0x11" fmla="*/ 0 w 1080"/>
              <a:gd name="p0y11" fmla="*/ 217 h 435"/>
              <a:gd name="p0x12" fmla="*/ 0 w 1080"/>
              <a:gd name="p0y12" fmla="*/ 97 h 435"/>
              <a:gd name="p0x13" fmla="*/ 97 w 1080"/>
              <a:gd name="p0y13" fmla="*/ 0 h 435"/>
              <a:gd name="p0x14" fmla="*/ 217 w 1080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D9EEF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任意多边形 59"/>
          <p:cNvSpPr/>
          <p:nvPr>
            <p:custDataLst>
              <p:tags r:id="rId51"/>
            </p:custDataLst>
          </p:nvPr>
        </p:nvSpPr>
        <p:spPr>
          <a:xfrm>
            <a:off x="2637155" y="5393055"/>
            <a:ext cx="0" cy="200025"/>
          </a:xfrm>
          <a:custGeom>
            <a:avLst/>
            <a:gdLst>
              <a:gd name="sw" fmla="*/ 1 w 299970"/>
              <a:gd name="sh" fmla="*/ 1 h 299655"/>
              <a:gd name="mins" fmla="min sw sh"/>
              <a:gd name="dsw" fmla="+- 0 sw mins"/>
              <a:gd name="dsh" fmla="+- 0 sh mins"/>
              <a:gd name="p0a2dx" fmla="*/ dsw 154138 1"/>
              <a:gd name="p0a2dy" fmla="*/ dsh -141176 1"/>
              <a:gd name="p0a1dx" fmla="*/ dsw -145831 1"/>
              <a:gd name="p0a1dy" fmla="*/ dsh -141176 1"/>
              <a:gd name="p0a0dx" fmla="*/ dsw -145831 1"/>
              <a:gd name="p0a0dy" fmla="*/ dsh 158478 1"/>
              <a:gd name="p0x0s" fmla="*/ 149985 mins 1"/>
              <a:gd name="p0x0" fmla="+- p0x0s p0a2dx 0"/>
              <a:gd name="p0y0s" fmla="*/ 0 mins 1"/>
              <a:gd name="p0y0" fmla="+- p0y0s p0a2dy 0"/>
              <a:gd name="p0x1s" fmla="*/ -149985 mins 1"/>
              <a:gd name="p0x1" fmla="+- p0x1s p0a1dx 0"/>
              <a:gd name="p0y1s" fmla="*/ 0 mins 1"/>
              <a:gd name="p0y1" fmla="+- p0y1s p0a1dy 0"/>
              <a:gd name="p0x2s" fmla="*/ -67150 mins 1"/>
              <a:gd name="p0x2" fmla="+- p0x2s p0a1dx 0"/>
              <a:gd name="p0y2s" fmla="*/ 0 mins 1"/>
              <a:gd name="p0y2" fmla="+- p0y2s p0a1dy 0"/>
              <a:gd name="p0x3s" fmla="*/ 0 mins 1"/>
              <a:gd name="p0x3" fmla="+- p0x3s p0a1dx 0"/>
              <a:gd name="p0y3s" fmla="*/ 67150 mins 1"/>
              <a:gd name="p0y3" fmla="+- p0y3s p0a1dy 0"/>
              <a:gd name="p0x4s" fmla="*/ 0 mins 1"/>
              <a:gd name="p0x4" fmla="+- p0x4s p0a1dx 0"/>
              <a:gd name="p0y4s" fmla="*/ 149985 mins 1"/>
              <a:gd name="p0y4" fmla="+- p0y4s p0a1dy 0"/>
              <a:gd name="p0x5s" fmla="*/ 0 mins 1"/>
              <a:gd name="p0x5" fmla="+- p0x5s p0a1dx 0"/>
              <a:gd name="p0y5s" fmla="*/ -149670 mins 1"/>
              <a:gd name="p0y5" fmla="+- p0y5s p0a1dy 0"/>
              <a:gd name="p0x6s" fmla="*/ 0 mins 1"/>
              <a:gd name="p0x6" fmla="+- p0x6s p0a1dx 0"/>
              <a:gd name="p0y6s" fmla="*/ -66835 mins 1"/>
              <a:gd name="p0y6" fmla="+- p0y6s p0a1dy 0"/>
              <a:gd name="p0x7s" fmla="*/ -67150 mins 1"/>
              <a:gd name="p0x7" fmla="+- p0x7s p0a1dx 0"/>
              <a:gd name="p0y7s" fmla="*/ 315 mins 1"/>
              <a:gd name="p0y7" fmla="+- p0y7s p0a1dy 0"/>
              <a:gd name="p0x8s" fmla="*/ -149985 mins 1"/>
              <a:gd name="p0x8" fmla="+- p0x8s p0a1dx 0"/>
              <a:gd name="p0y8s" fmla="*/ 315 mins 1"/>
              <a:gd name="p0y8" fmla="+- p0y8s p0a1dy 0"/>
              <a:gd name="p0x9s" fmla="*/ 149985 mins 1"/>
              <a:gd name="p0x9" fmla="+- p0x9s p0a2dx 0"/>
              <a:gd name="p0y9s" fmla="*/ 315 mins 1"/>
              <a:gd name="p0y9" fmla="+- p0y9s p0a2dy 0"/>
              <a:gd name="p0x10s" fmla="*/ 67150 mins 1"/>
              <a:gd name="p0x10" fmla="+- p0x10s p0a2dx 0"/>
              <a:gd name="p0y10s" fmla="*/ 315 mins 1"/>
              <a:gd name="p0y10" fmla="+- p0y10s p0a2dy 0"/>
              <a:gd name="p0x11s" fmla="*/ 0 mins 1"/>
              <a:gd name="p0x11" fmla="+- p0x11s p0a2dx 0"/>
              <a:gd name="p0y11s" fmla="*/ -66835 mins 1"/>
              <a:gd name="p0y11" fmla="+- p0y11s p0a2dy 0"/>
              <a:gd name="p0x12s" fmla="*/ 0 mins 1"/>
              <a:gd name="p0x12" fmla="+- p0x12s p0a2dx 0"/>
              <a:gd name="p0y12s" fmla="*/ -149670 mins 1"/>
              <a:gd name="p0y12" fmla="+- p0y12s p0a2dy 0"/>
              <a:gd name="p0x13s" fmla="*/ 0 mins 1"/>
              <a:gd name="p0x13" fmla="+- p0x13s p0a0dx 0"/>
              <a:gd name="p0y13s" fmla="*/ 149985 mins 1"/>
              <a:gd name="p0y13" fmla="+- p0y13s p0a0dy 0"/>
              <a:gd name="p0x14s" fmla="*/ 0 mins 1"/>
              <a:gd name="p0x14" fmla="+- p0x14s p0a0dx 0"/>
              <a:gd name="p0y14s" fmla="*/ 67150 mins 1"/>
              <a:gd name="p0y14" fmla="+- p0y14s p0a0dy 0"/>
              <a:gd name="p0x15s" fmla="*/ 67150 mins 1"/>
              <a:gd name="p0x15" fmla="+- p0x15s p0a0dx 0"/>
              <a:gd name="p0y15s" fmla="*/ 0 mins 1"/>
              <a:gd name="p0y15" fmla="+- p0y15s p0a0dy 0"/>
              <a:gd name="p0x16s" fmla="*/ 149985 mins 1"/>
              <a:gd name="p0x16" fmla="+- p0x16s p0a0dx 0"/>
              <a:gd name="p0y16s" fmla="*/ 0 mins 1"/>
              <a:gd name="p0y16" fmla="+- p0y16s p0a0dy 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A7D9F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文本框 60"/>
          <p:cNvSpPr txBox="1"/>
          <p:nvPr>
            <p:custDataLst>
              <p:tags r:id="rId52"/>
            </p:custDataLst>
          </p:nvPr>
        </p:nvSpPr>
        <p:spPr>
          <a:xfrm>
            <a:off x="2637311" y="5393531"/>
            <a:ext cx="6096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1F4A5E"/>
                </a:solidFill>
                <a:latin typeface="微软雅黑" panose="020B0503020204020204" charset="-122"/>
                <a:ea typeface="微软雅黑" panose="020B0503020204020204" charset="-122"/>
              </a:rPr>
              <a:t>规划中</a:t>
            </a:r>
            <a:endParaRPr sz="1200" b="1">
              <a:solidFill>
                <a:srgbClr val="1F4A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文本框 61"/>
          <p:cNvSpPr txBox="1"/>
          <p:nvPr>
            <p:custDataLst>
              <p:tags r:id="rId53"/>
            </p:custDataLst>
          </p:nvPr>
        </p:nvSpPr>
        <p:spPr>
          <a:xfrm>
            <a:off x="4080510" y="5360035"/>
            <a:ext cx="2767965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2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</a:rPr>
              <a:t>后续</a:t>
            </a:r>
            <a:r>
              <a:rPr lang="zh-CN" altLang="en-US" sz="12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</a:rPr>
              <a:t>优先对接预约系统、排班或学校认证</a:t>
            </a:r>
            <a:endParaRPr lang="zh-CN" altLang="en-US" sz="1200">
              <a:solidFill>
                <a:srgbClr val="6A5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任意多边形 62"/>
          <p:cNvSpPr/>
          <p:nvPr>
            <p:custDataLst>
              <p:tags r:id="rId54"/>
            </p:custDataLst>
          </p:nvPr>
        </p:nvSpPr>
        <p:spPr>
          <a:xfrm>
            <a:off x="809625" y="580072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2E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文本框 63"/>
          <p:cNvSpPr txBox="1"/>
          <p:nvPr>
            <p:custDataLst>
              <p:tags r:id="rId55"/>
            </p:custDataLst>
          </p:nvPr>
        </p:nvSpPr>
        <p:spPr>
          <a:xfrm>
            <a:off x="876300" y="5831681"/>
            <a:ext cx="419100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650" b="1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🖼</a:t>
            </a:r>
            <a:endParaRPr sz="1650" b="1">
              <a:solidFill>
                <a:srgbClr val="5A3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文本框 64"/>
          <p:cNvSpPr txBox="1"/>
          <p:nvPr>
            <p:custDataLst>
              <p:tags r:id="rId56"/>
            </p:custDataLst>
          </p:nvPr>
        </p:nvSpPr>
        <p:spPr>
          <a:xfrm>
            <a:off x="809625" y="6143625"/>
            <a:ext cx="1047750" cy="2527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多模态</a:t>
            </a:r>
            <a:r>
              <a:rPr lang="zh-CN" sz="15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交互</a:t>
            </a:r>
            <a:endParaRPr lang="zh-CN" sz="150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任意多边形 65"/>
          <p:cNvSpPr/>
          <p:nvPr>
            <p:custDataLst>
              <p:tags r:id="rId57"/>
            </p:custDataLst>
          </p:nvPr>
        </p:nvSpPr>
        <p:spPr>
          <a:xfrm>
            <a:off x="2522855" y="5960110"/>
            <a:ext cx="985520" cy="471170"/>
          </a:xfrm>
          <a:custGeom>
            <a:avLst/>
            <a:gdLst>
              <a:gd name="sw" fmla="*/ 1 w 1320"/>
              <a:gd name="sh" fmla="*/ 1 h 435"/>
              <a:gd name="mins" fmla="min sw sh"/>
              <a:gd name="dsw" fmla="+- 0 sw mins"/>
              <a:gd name="dsh" fmla="+- 0 sh mins"/>
              <a:gd name="p0x0" fmla="*/ 217 w 1320"/>
              <a:gd name="p0y0" fmla="*/ 0 h 435"/>
              <a:gd name="p0x1" fmla="*/ 1102 w 1320"/>
              <a:gd name="p0y1" fmla="*/ 0 h 435"/>
              <a:gd name="p0x2" fmla="*/ 1222 w 1320"/>
              <a:gd name="p0y2" fmla="*/ 0 h 435"/>
              <a:gd name="p0x3" fmla="*/ 1320 w 1320"/>
              <a:gd name="p0y3" fmla="*/ 97 h 435"/>
              <a:gd name="p0x4" fmla="*/ 1320 w 1320"/>
              <a:gd name="p0y4" fmla="*/ 217 h 435"/>
              <a:gd name="p0x5" fmla="*/ 1320 w 1320"/>
              <a:gd name="p0y5" fmla="*/ 337 h 435"/>
              <a:gd name="p0x6" fmla="*/ 1222 w 1320"/>
              <a:gd name="p0y6" fmla="*/ 435 h 435"/>
              <a:gd name="p0x7" fmla="*/ 1102 w 1320"/>
              <a:gd name="p0y7" fmla="*/ 435 h 435"/>
              <a:gd name="p0x8" fmla="*/ 217 w 1320"/>
              <a:gd name="p0y8" fmla="*/ 435 h 435"/>
              <a:gd name="p0x9" fmla="*/ 97 w 1320"/>
              <a:gd name="p0y9" fmla="*/ 435 h 435"/>
              <a:gd name="p0x10" fmla="*/ 0 w 1320"/>
              <a:gd name="p0y10" fmla="*/ 337 h 435"/>
              <a:gd name="p0x11" fmla="*/ 0 w 1320"/>
              <a:gd name="p0y11" fmla="*/ 217 h 435"/>
              <a:gd name="p0x12" fmla="*/ 0 w 1320"/>
              <a:gd name="p0y12" fmla="*/ 97 h 435"/>
              <a:gd name="p0x13" fmla="*/ 97 w 1320"/>
              <a:gd name="p0y13" fmla="*/ 0 h 435"/>
              <a:gd name="p0x14" fmla="*/ 217 w 1320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0E8D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7" name="任意多边形 66"/>
          <p:cNvSpPr/>
          <p:nvPr>
            <p:custDataLst>
              <p:tags r:id="rId58"/>
            </p:custDataLst>
          </p:nvPr>
        </p:nvSpPr>
        <p:spPr>
          <a:xfrm>
            <a:off x="2637155" y="5998210"/>
            <a:ext cx="0" cy="200025"/>
          </a:xfrm>
          <a:custGeom>
            <a:avLst/>
            <a:gdLst>
              <a:gd name="sw" fmla="*/ 1 w 299970"/>
              <a:gd name="sh" fmla="*/ 1 h 299655"/>
              <a:gd name="mins" fmla="min sw sh"/>
              <a:gd name="dsw" fmla="+- 0 sw mins"/>
              <a:gd name="dsh" fmla="+- 0 sh mins"/>
              <a:gd name="p0a2dx" fmla="*/ dsw 154138 1"/>
              <a:gd name="p0a2dy" fmla="*/ dsh -140223 1"/>
              <a:gd name="p0a1dx" fmla="*/ dsw -145831 1"/>
              <a:gd name="p0a1dy" fmla="*/ dsh -140223 1"/>
              <a:gd name="p0a0dx" fmla="*/ dsw -145831 1"/>
              <a:gd name="p0a0dy" fmla="*/ dsh 159431 1"/>
              <a:gd name="p0x0s" fmla="*/ 149985 mins 1"/>
              <a:gd name="p0x0" fmla="+- p0x0s p0a2dx 0"/>
              <a:gd name="p0y0s" fmla="*/ 0 mins 1"/>
              <a:gd name="p0y0" fmla="+- p0y0s p0a2dy 0"/>
              <a:gd name="p0x1s" fmla="*/ -149985 mins 1"/>
              <a:gd name="p0x1" fmla="+- p0x1s p0a1dx 0"/>
              <a:gd name="p0y1s" fmla="*/ 0 mins 1"/>
              <a:gd name="p0y1" fmla="+- p0y1s p0a1dy 0"/>
              <a:gd name="p0x2s" fmla="*/ -67150 mins 1"/>
              <a:gd name="p0x2" fmla="+- p0x2s p0a1dx 0"/>
              <a:gd name="p0y2s" fmla="*/ 0 mins 1"/>
              <a:gd name="p0y2" fmla="+- p0y2s p0a1dy 0"/>
              <a:gd name="p0x3s" fmla="*/ 0 mins 1"/>
              <a:gd name="p0x3" fmla="+- p0x3s p0a1dx 0"/>
              <a:gd name="p0y3s" fmla="*/ 67150 mins 1"/>
              <a:gd name="p0y3" fmla="+- p0y3s p0a1dy 0"/>
              <a:gd name="p0x4s" fmla="*/ 0 mins 1"/>
              <a:gd name="p0x4" fmla="+- p0x4s p0a1dx 0"/>
              <a:gd name="p0y4s" fmla="*/ 149985 mins 1"/>
              <a:gd name="p0y4" fmla="+- p0y4s p0a1dy 0"/>
              <a:gd name="p0x5s" fmla="*/ 0 mins 1"/>
              <a:gd name="p0x5" fmla="+- p0x5s p0a1dx 0"/>
              <a:gd name="p0y5s" fmla="*/ -149670 mins 1"/>
              <a:gd name="p0y5" fmla="+- p0y5s p0a1dy 0"/>
              <a:gd name="p0x6s" fmla="*/ 0 mins 1"/>
              <a:gd name="p0x6" fmla="+- p0x6s p0a1dx 0"/>
              <a:gd name="p0y6s" fmla="*/ -66835 mins 1"/>
              <a:gd name="p0y6" fmla="+- p0y6s p0a1dy 0"/>
              <a:gd name="p0x7s" fmla="*/ -67150 mins 1"/>
              <a:gd name="p0x7" fmla="+- p0x7s p0a1dx 0"/>
              <a:gd name="p0y7s" fmla="*/ 315 mins 1"/>
              <a:gd name="p0y7" fmla="+- p0y7s p0a1dy 0"/>
              <a:gd name="p0x8s" fmla="*/ -149985 mins 1"/>
              <a:gd name="p0x8" fmla="+- p0x8s p0a1dx 0"/>
              <a:gd name="p0y8s" fmla="*/ 315 mins 1"/>
              <a:gd name="p0y8" fmla="+- p0y8s p0a1dy 0"/>
              <a:gd name="p0x9s" fmla="*/ 149985 mins 1"/>
              <a:gd name="p0x9" fmla="+- p0x9s p0a2dx 0"/>
              <a:gd name="p0y9s" fmla="*/ 315 mins 1"/>
              <a:gd name="p0y9" fmla="+- p0y9s p0a2dy 0"/>
              <a:gd name="p0x10s" fmla="*/ 67150 mins 1"/>
              <a:gd name="p0x10" fmla="+- p0x10s p0a2dx 0"/>
              <a:gd name="p0y10s" fmla="*/ 315 mins 1"/>
              <a:gd name="p0y10" fmla="+- p0y10s p0a2dy 0"/>
              <a:gd name="p0x11s" fmla="*/ 0 mins 1"/>
              <a:gd name="p0x11" fmla="+- p0x11s p0a2dx 0"/>
              <a:gd name="p0y11s" fmla="*/ -66835 mins 1"/>
              <a:gd name="p0y11" fmla="+- p0y11s p0a2dy 0"/>
              <a:gd name="p0x12s" fmla="*/ 0 mins 1"/>
              <a:gd name="p0x12" fmla="+- p0x12s p0a2dx 0"/>
              <a:gd name="p0y12s" fmla="*/ -149670 mins 1"/>
              <a:gd name="p0y12" fmla="+- p0y12s p0a2dy 0"/>
              <a:gd name="p0x13s" fmla="*/ 0 mins 1"/>
              <a:gd name="p0x13" fmla="+- p0x13s p0a0dx 0"/>
              <a:gd name="p0y13s" fmla="*/ 149985 mins 1"/>
              <a:gd name="p0y13" fmla="+- p0y13s p0a0dy 0"/>
              <a:gd name="p0x14s" fmla="*/ 0 mins 1"/>
              <a:gd name="p0x14" fmla="+- p0x14s p0a0dx 0"/>
              <a:gd name="p0y14s" fmla="*/ 67150 mins 1"/>
              <a:gd name="p0y14" fmla="+- p0y14s p0a0dy 0"/>
              <a:gd name="p0x15s" fmla="*/ 67150 mins 1"/>
              <a:gd name="p0x15" fmla="+- p0x15s p0a0dx 0"/>
              <a:gd name="p0y15s" fmla="*/ 0 mins 1"/>
              <a:gd name="p0y15" fmla="+- p0y15s p0a0dy 0"/>
              <a:gd name="p0x16s" fmla="*/ 149985 mins 1"/>
              <a:gd name="p0x16" fmla="+- p0x16s p0a0dx 0"/>
              <a:gd name="p0y16s" fmla="*/ 0 mins 1"/>
              <a:gd name="p0y16" fmla="+- p0y16s p0a0dy 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8A7A6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8" name="文本框 67"/>
          <p:cNvSpPr txBox="1"/>
          <p:nvPr>
            <p:custDataLst>
              <p:tags r:id="rId59"/>
            </p:custDataLst>
          </p:nvPr>
        </p:nvSpPr>
        <p:spPr>
          <a:xfrm>
            <a:off x="2637311" y="5998369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sz="1200" b="1">
                <a:solidFill>
                  <a:srgbClr val="8A7A6A"/>
                </a:solidFill>
                <a:latin typeface="微软雅黑" panose="020B0503020204020204" charset="-122"/>
                <a:ea typeface="微软雅黑" panose="020B0503020204020204" charset="-122"/>
              </a:rPr>
              <a:t>实现</a:t>
            </a:r>
            <a:r>
              <a:rPr sz="1200" b="1">
                <a:solidFill>
                  <a:srgbClr val="8A7A6A"/>
                </a:solidFill>
                <a:latin typeface="微软雅黑" panose="020B0503020204020204" charset="-122"/>
                <a:ea typeface="微软雅黑" panose="020B0503020204020204" charset="-122"/>
              </a:rPr>
              <a:t>暂未启用</a:t>
            </a:r>
            <a:endParaRPr sz="1200" b="1">
              <a:solidFill>
                <a:srgbClr val="8A7A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文本框 68"/>
          <p:cNvSpPr txBox="1"/>
          <p:nvPr>
            <p:custDataLst>
              <p:tags r:id="rId60"/>
            </p:custDataLst>
          </p:nvPr>
        </p:nvSpPr>
        <p:spPr>
          <a:xfrm>
            <a:off x="4080510" y="5965190"/>
            <a:ext cx="2653665" cy="5461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2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</a:rPr>
              <a:t>心理场景涉及敏感信息，待完成隐私和审核规范后再启用图像或语音。</a:t>
            </a:r>
            <a:endParaRPr sz="1200">
              <a:solidFill>
                <a:srgbClr val="6A5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矩形 69"/>
          <p:cNvSpPr/>
          <p:nvPr>
            <p:custDataLst>
              <p:tags r:id="rId61"/>
            </p:custDataLst>
          </p:nvPr>
        </p:nvSpPr>
        <p:spPr>
          <a:xfrm>
            <a:off x="7319645" y="1724025"/>
            <a:ext cx="4410075" cy="2781300"/>
          </a:xfrm>
          <a:prstGeom prst="rect">
            <a:avLst/>
          </a:prstGeom>
          <a:solidFill>
            <a:srgbClr val="FEFCF9"/>
          </a:solidFill>
          <a:ln w="9525" cmpd="sng">
            <a:solidFill>
              <a:srgbClr val="F0E8DC"/>
            </a:solidFill>
            <a:prstDash val="solid"/>
          </a:ln>
          <a:effectLst>
            <a:outerShdw blurRad="42863" dist="9525" dir="5399999" algn="ctr" rotWithShape="0">
              <a:srgbClr val="5A3A0A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1" name="文本框 70"/>
          <p:cNvSpPr txBox="1"/>
          <p:nvPr>
            <p:custDataLst>
              <p:tags r:id="rId62"/>
            </p:custDataLst>
          </p:nvPr>
        </p:nvSpPr>
        <p:spPr>
          <a:xfrm>
            <a:off x="7515225" y="1911667"/>
            <a:ext cx="685209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2400" b="1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</a:rPr>
              <a:t>13</a:t>
            </a:r>
            <a:endParaRPr sz="2400" b="1">
              <a:solidFill>
                <a:srgbClr val="F5A62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文本框 71"/>
          <p:cNvSpPr txBox="1"/>
          <p:nvPr>
            <p:custDataLst>
              <p:tags r:id="rId63"/>
            </p:custDataLst>
          </p:nvPr>
        </p:nvSpPr>
        <p:spPr>
          <a:xfrm>
            <a:off x="7971834" y="1919288"/>
            <a:ext cx="1600200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个会话变量</a:t>
            </a:r>
            <a:endParaRPr sz="210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文本框 72"/>
          <p:cNvSpPr txBox="1"/>
          <p:nvPr>
            <p:custDataLst>
              <p:tags r:id="rId64"/>
            </p:custDataLst>
          </p:nvPr>
        </p:nvSpPr>
        <p:spPr>
          <a:xfrm>
            <a:off x="9381534" y="2009775"/>
            <a:ext cx="8573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8A7A6A"/>
                </a:solidFill>
                <a:latin typeface="微软雅黑" panose="020B0503020204020204" charset="-122"/>
                <a:ea typeface="微软雅黑" panose="020B0503020204020204" charset="-122"/>
              </a:rPr>
              <a:t>五大分组</a:t>
            </a:r>
            <a:endParaRPr sz="1350">
              <a:solidFill>
                <a:srgbClr val="8A7A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任意多边形 73"/>
          <p:cNvSpPr/>
          <p:nvPr>
            <p:custDataLst>
              <p:tags r:id="rId65"/>
            </p:custDataLst>
          </p:nvPr>
        </p:nvSpPr>
        <p:spPr>
          <a:xfrm>
            <a:off x="7519670" y="2428875"/>
            <a:ext cx="4010025" cy="276225"/>
          </a:xfrm>
          <a:custGeom>
            <a:avLst/>
            <a:gdLst>
              <a:gd name="sw" fmla="*/ 1 w 6315"/>
              <a:gd name="sh" fmla="*/ 1 h 435"/>
              <a:gd name="mins" fmla="min sw sh"/>
              <a:gd name="dsw" fmla="+- 0 sw mins"/>
              <a:gd name="dsh" fmla="+- 0 sh mins"/>
              <a:gd name="p0x0" fmla="*/ 120 w 6315"/>
              <a:gd name="p0y0" fmla="*/ 0 h 435"/>
              <a:gd name="p0x1" fmla="*/ 6195 w 6315"/>
              <a:gd name="p0y1" fmla="*/ 0 h 435"/>
              <a:gd name="p0x2" fmla="*/ 6261 w 6315"/>
              <a:gd name="p0y2" fmla="*/ 0 h 435"/>
              <a:gd name="p0x3" fmla="*/ 6315 w 6315"/>
              <a:gd name="p0y3" fmla="*/ 53 h 435"/>
              <a:gd name="p0x4" fmla="*/ 6315 w 6315"/>
              <a:gd name="p0y4" fmla="*/ 120 h 435"/>
              <a:gd name="p0x5" fmla="*/ 6315 w 6315"/>
              <a:gd name="p0y5" fmla="*/ 315 h 435"/>
              <a:gd name="p0x6" fmla="*/ 6315 w 6315"/>
              <a:gd name="p0y6" fmla="*/ 381 h 435"/>
              <a:gd name="p0x7" fmla="*/ 6261 w 6315"/>
              <a:gd name="p0y7" fmla="*/ 435 h 435"/>
              <a:gd name="p0x8" fmla="*/ 6195 w 6315"/>
              <a:gd name="p0y8" fmla="*/ 435 h 435"/>
              <a:gd name="p0x9" fmla="*/ 120 w 6315"/>
              <a:gd name="p0y9" fmla="*/ 435 h 435"/>
              <a:gd name="p0x10" fmla="*/ 53 w 6315"/>
              <a:gd name="p0y10" fmla="*/ 435 h 435"/>
              <a:gd name="p0x11" fmla="*/ 0 w 6315"/>
              <a:gd name="p0y11" fmla="*/ 381 h 435"/>
              <a:gd name="p0x12" fmla="*/ 0 w 6315"/>
              <a:gd name="p0y12" fmla="*/ 315 h 435"/>
              <a:gd name="p0x13" fmla="*/ 0 w 6315"/>
              <a:gd name="p0y13" fmla="*/ 120 h 435"/>
              <a:gd name="p0x14" fmla="*/ 0 w 6315"/>
              <a:gd name="p0y14" fmla="*/ 53 h 435"/>
              <a:gd name="p0x15" fmla="*/ 53 w 6315"/>
              <a:gd name="p0y15" fmla="*/ 0 h 435"/>
              <a:gd name="p0x16" fmla="*/ 120 w 6315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2E0"/>
          </a:solidFill>
          <a:ln w="9525" cmpd="sng">
            <a:solidFill>
              <a:srgbClr val="F0E8D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5" name="任意多边形 74"/>
          <p:cNvSpPr/>
          <p:nvPr>
            <p:custDataLst>
              <p:tags r:id="rId66"/>
            </p:custDataLst>
          </p:nvPr>
        </p:nvSpPr>
        <p:spPr>
          <a:xfrm>
            <a:off x="7677150" y="243332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5A62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6" name="文本框 75"/>
          <p:cNvSpPr txBox="1"/>
          <p:nvPr>
            <p:custDataLst>
              <p:tags r:id="rId67"/>
            </p:custDataLst>
          </p:nvPr>
        </p:nvSpPr>
        <p:spPr>
          <a:xfrm>
            <a:off x="7762951" y="2466975"/>
            <a:ext cx="247498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文本框 76"/>
          <p:cNvSpPr txBox="1"/>
          <p:nvPr>
            <p:custDataLst>
              <p:tags r:id="rId68"/>
            </p:custDataLst>
          </p:nvPr>
        </p:nvSpPr>
        <p:spPr>
          <a:xfrm>
            <a:off x="8058150" y="2440781"/>
            <a:ext cx="952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对话记忆</a:t>
            </a:r>
            <a:endParaRPr sz="150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任意多边形 77"/>
          <p:cNvSpPr/>
          <p:nvPr>
            <p:custDataLst>
              <p:tags r:id="rId69"/>
            </p:custDataLst>
          </p:nvPr>
        </p:nvSpPr>
        <p:spPr>
          <a:xfrm>
            <a:off x="7519670" y="2828925"/>
            <a:ext cx="4010025" cy="276225"/>
          </a:xfrm>
          <a:custGeom>
            <a:avLst/>
            <a:gdLst>
              <a:gd name="sw" fmla="*/ 1 w 6315"/>
              <a:gd name="sh" fmla="*/ 1 h 435"/>
              <a:gd name="mins" fmla="min sw sh"/>
              <a:gd name="dsw" fmla="+- 0 sw mins"/>
              <a:gd name="dsh" fmla="+- 0 sh mins"/>
              <a:gd name="p0x0" fmla="*/ 120 w 6315"/>
              <a:gd name="p0y0" fmla="*/ 0 h 435"/>
              <a:gd name="p0x1" fmla="*/ 6195 w 6315"/>
              <a:gd name="p0y1" fmla="*/ 0 h 435"/>
              <a:gd name="p0x2" fmla="*/ 6261 w 6315"/>
              <a:gd name="p0y2" fmla="*/ 0 h 435"/>
              <a:gd name="p0x3" fmla="*/ 6315 w 6315"/>
              <a:gd name="p0y3" fmla="*/ 53 h 435"/>
              <a:gd name="p0x4" fmla="*/ 6315 w 6315"/>
              <a:gd name="p0y4" fmla="*/ 120 h 435"/>
              <a:gd name="p0x5" fmla="*/ 6315 w 6315"/>
              <a:gd name="p0y5" fmla="*/ 315 h 435"/>
              <a:gd name="p0x6" fmla="*/ 6315 w 6315"/>
              <a:gd name="p0y6" fmla="*/ 381 h 435"/>
              <a:gd name="p0x7" fmla="*/ 6261 w 6315"/>
              <a:gd name="p0y7" fmla="*/ 435 h 435"/>
              <a:gd name="p0x8" fmla="*/ 6195 w 6315"/>
              <a:gd name="p0y8" fmla="*/ 435 h 435"/>
              <a:gd name="p0x9" fmla="*/ 120 w 6315"/>
              <a:gd name="p0y9" fmla="*/ 435 h 435"/>
              <a:gd name="p0x10" fmla="*/ 53 w 6315"/>
              <a:gd name="p0y10" fmla="*/ 435 h 435"/>
              <a:gd name="p0x11" fmla="*/ 0 w 6315"/>
              <a:gd name="p0y11" fmla="*/ 381 h 435"/>
              <a:gd name="p0x12" fmla="*/ 0 w 6315"/>
              <a:gd name="p0y12" fmla="*/ 315 h 435"/>
              <a:gd name="p0x13" fmla="*/ 0 w 6315"/>
              <a:gd name="p0y13" fmla="*/ 120 h 435"/>
              <a:gd name="p0x14" fmla="*/ 0 w 6315"/>
              <a:gd name="p0y14" fmla="*/ 53 h 435"/>
              <a:gd name="p0x15" fmla="*/ 53 w 6315"/>
              <a:gd name="p0y15" fmla="*/ 0 h 435"/>
              <a:gd name="p0x16" fmla="*/ 120 w 6315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2E0"/>
          </a:solidFill>
          <a:ln w="9525" cmpd="sng">
            <a:solidFill>
              <a:srgbClr val="F0E8D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9" name="任意多边形 78"/>
          <p:cNvSpPr/>
          <p:nvPr>
            <p:custDataLst>
              <p:tags r:id="rId70"/>
            </p:custDataLst>
          </p:nvPr>
        </p:nvSpPr>
        <p:spPr>
          <a:xfrm>
            <a:off x="7677150" y="283337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5A62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0" name="文本框 79"/>
          <p:cNvSpPr txBox="1"/>
          <p:nvPr>
            <p:custDataLst>
              <p:tags r:id="rId71"/>
            </p:custDataLst>
          </p:nvPr>
        </p:nvSpPr>
        <p:spPr>
          <a:xfrm>
            <a:off x="7762951" y="2867025"/>
            <a:ext cx="247498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文本框 80"/>
          <p:cNvSpPr txBox="1"/>
          <p:nvPr>
            <p:custDataLst>
              <p:tags r:id="rId72"/>
            </p:custDataLst>
          </p:nvPr>
        </p:nvSpPr>
        <p:spPr>
          <a:xfrm>
            <a:off x="8058150" y="2840831"/>
            <a:ext cx="952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安全评估</a:t>
            </a:r>
            <a:endParaRPr sz="150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任意多边形 81"/>
          <p:cNvSpPr/>
          <p:nvPr>
            <p:custDataLst>
              <p:tags r:id="rId73"/>
            </p:custDataLst>
          </p:nvPr>
        </p:nvSpPr>
        <p:spPr>
          <a:xfrm>
            <a:off x="7519670" y="3228975"/>
            <a:ext cx="4010025" cy="276225"/>
          </a:xfrm>
          <a:custGeom>
            <a:avLst/>
            <a:gdLst>
              <a:gd name="sw" fmla="*/ 1 w 6315"/>
              <a:gd name="sh" fmla="*/ 1 h 435"/>
              <a:gd name="mins" fmla="min sw sh"/>
              <a:gd name="dsw" fmla="+- 0 sw mins"/>
              <a:gd name="dsh" fmla="+- 0 sh mins"/>
              <a:gd name="p0x0" fmla="*/ 120 w 6315"/>
              <a:gd name="p0y0" fmla="*/ 0 h 435"/>
              <a:gd name="p0x1" fmla="*/ 6195 w 6315"/>
              <a:gd name="p0y1" fmla="*/ 0 h 435"/>
              <a:gd name="p0x2" fmla="*/ 6261 w 6315"/>
              <a:gd name="p0y2" fmla="*/ 0 h 435"/>
              <a:gd name="p0x3" fmla="*/ 6315 w 6315"/>
              <a:gd name="p0y3" fmla="*/ 53 h 435"/>
              <a:gd name="p0x4" fmla="*/ 6315 w 6315"/>
              <a:gd name="p0y4" fmla="*/ 120 h 435"/>
              <a:gd name="p0x5" fmla="*/ 6315 w 6315"/>
              <a:gd name="p0y5" fmla="*/ 315 h 435"/>
              <a:gd name="p0x6" fmla="*/ 6315 w 6315"/>
              <a:gd name="p0y6" fmla="*/ 381 h 435"/>
              <a:gd name="p0x7" fmla="*/ 6261 w 6315"/>
              <a:gd name="p0y7" fmla="*/ 435 h 435"/>
              <a:gd name="p0x8" fmla="*/ 6195 w 6315"/>
              <a:gd name="p0y8" fmla="*/ 435 h 435"/>
              <a:gd name="p0x9" fmla="*/ 120 w 6315"/>
              <a:gd name="p0y9" fmla="*/ 435 h 435"/>
              <a:gd name="p0x10" fmla="*/ 53 w 6315"/>
              <a:gd name="p0y10" fmla="*/ 435 h 435"/>
              <a:gd name="p0x11" fmla="*/ 0 w 6315"/>
              <a:gd name="p0y11" fmla="*/ 381 h 435"/>
              <a:gd name="p0x12" fmla="*/ 0 w 6315"/>
              <a:gd name="p0y12" fmla="*/ 315 h 435"/>
              <a:gd name="p0x13" fmla="*/ 0 w 6315"/>
              <a:gd name="p0y13" fmla="*/ 120 h 435"/>
              <a:gd name="p0x14" fmla="*/ 0 w 6315"/>
              <a:gd name="p0y14" fmla="*/ 53 h 435"/>
              <a:gd name="p0x15" fmla="*/ 53 w 6315"/>
              <a:gd name="p0y15" fmla="*/ 0 h 435"/>
              <a:gd name="p0x16" fmla="*/ 120 w 6315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2E0"/>
          </a:solidFill>
          <a:ln w="9525" cmpd="sng">
            <a:solidFill>
              <a:srgbClr val="F0E8D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3" name="任意多边形 82"/>
          <p:cNvSpPr/>
          <p:nvPr>
            <p:custDataLst>
              <p:tags r:id="rId74"/>
            </p:custDataLst>
          </p:nvPr>
        </p:nvSpPr>
        <p:spPr>
          <a:xfrm>
            <a:off x="7677150" y="323342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5A62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4" name="文本框 83"/>
          <p:cNvSpPr txBox="1"/>
          <p:nvPr>
            <p:custDataLst>
              <p:tags r:id="rId75"/>
            </p:custDataLst>
          </p:nvPr>
        </p:nvSpPr>
        <p:spPr>
          <a:xfrm>
            <a:off x="7762951" y="3267075"/>
            <a:ext cx="247498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文本框 84"/>
          <p:cNvSpPr txBox="1"/>
          <p:nvPr>
            <p:custDataLst>
              <p:tags r:id="rId76"/>
            </p:custDataLst>
          </p:nvPr>
        </p:nvSpPr>
        <p:spPr>
          <a:xfrm>
            <a:off x="8058150" y="3240881"/>
            <a:ext cx="826446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GAD-7</a:t>
            </a:r>
            <a:endParaRPr sz="150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任意多边形 85"/>
          <p:cNvSpPr/>
          <p:nvPr>
            <p:custDataLst>
              <p:tags r:id="rId77"/>
            </p:custDataLst>
          </p:nvPr>
        </p:nvSpPr>
        <p:spPr>
          <a:xfrm>
            <a:off x="7519670" y="3629025"/>
            <a:ext cx="4010025" cy="276225"/>
          </a:xfrm>
          <a:custGeom>
            <a:avLst/>
            <a:gdLst>
              <a:gd name="sw" fmla="*/ 1 w 6315"/>
              <a:gd name="sh" fmla="*/ 1 h 435"/>
              <a:gd name="mins" fmla="min sw sh"/>
              <a:gd name="dsw" fmla="+- 0 sw mins"/>
              <a:gd name="dsh" fmla="+- 0 sh mins"/>
              <a:gd name="p0x0" fmla="*/ 120 w 6315"/>
              <a:gd name="p0y0" fmla="*/ 0 h 435"/>
              <a:gd name="p0x1" fmla="*/ 6195 w 6315"/>
              <a:gd name="p0y1" fmla="*/ 0 h 435"/>
              <a:gd name="p0x2" fmla="*/ 6261 w 6315"/>
              <a:gd name="p0y2" fmla="*/ 0 h 435"/>
              <a:gd name="p0x3" fmla="*/ 6315 w 6315"/>
              <a:gd name="p0y3" fmla="*/ 53 h 435"/>
              <a:gd name="p0x4" fmla="*/ 6315 w 6315"/>
              <a:gd name="p0y4" fmla="*/ 120 h 435"/>
              <a:gd name="p0x5" fmla="*/ 6315 w 6315"/>
              <a:gd name="p0y5" fmla="*/ 315 h 435"/>
              <a:gd name="p0x6" fmla="*/ 6315 w 6315"/>
              <a:gd name="p0y6" fmla="*/ 381 h 435"/>
              <a:gd name="p0x7" fmla="*/ 6261 w 6315"/>
              <a:gd name="p0y7" fmla="*/ 435 h 435"/>
              <a:gd name="p0x8" fmla="*/ 6195 w 6315"/>
              <a:gd name="p0y8" fmla="*/ 435 h 435"/>
              <a:gd name="p0x9" fmla="*/ 120 w 6315"/>
              <a:gd name="p0y9" fmla="*/ 435 h 435"/>
              <a:gd name="p0x10" fmla="*/ 53 w 6315"/>
              <a:gd name="p0y10" fmla="*/ 435 h 435"/>
              <a:gd name="p0x11" fmla="*/ 0 w 6315"/>
              <a:gd name="p0y11" fmla="*/ 381 h 435"/>
              <a:gd name="p0x12" fmla="*/ 0 w 6315"/>
              <a:gd name="p0y12" fmla="*/ 315 h 435"/>
              <a:gd name="p0x13" fmla="*/ 0 w 6315"/>
              <a:gd name="p0y13" fmla="*/ 120 h 435"/>
              <a:gd name="p0x14" fmla="*/ 0 w 6315"/>
              <a:gd name="p0y14" fmla="*/ 53 h 435"/>
              <a:gd name="p0x15" fmla="*/ 53 w 6315"/>
              <a:gd name="p0y15" fmla="*/ 0 h 435"/>
              <a:gd name="p0x16" fmla="*/ 120 w 6315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2E0"/>
          </a:solidFill>
          <a:ln w="9525" cmpd="sng">
            <a:solidFill>
              <a:srgbClr val="F0E8D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7" name="任意多边形 86"/>
          <p:cNvSpPr/>
          <p:nvPr>
            <p:custDataLst>
              <p:tags r:id="rId78"/>
            </p:custDataLst>
          </p:nvPr>
        </p:nvSpPr>
        <p:spPr>
          <a:xfrm>
            <a:off x="7677150" y="363347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5A62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8" name="文本框 87"/>
          <p:cNvSpPr txBox="1"/>
          <p:nvPr>
            <p:custDataLst>
              <p:tags r:id="rId79"/>
            </p:custDataLst>
          </p:nvPr>
        </p:nvSpPr>
        <p:spPr>
          <a:xfrm>
            <a:off x="7762951" y="3667125"/>
            <a:ext cx="247498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文本框 88"/>
          <p:cNvSpPr txBox="1"/>
          <p:nvPr>
            <p:custDataLst>
              <p:tags r:id="rId80"/>
            </p:custDataLst>
          </p:nvPr>
        </p:nvSpPr>
        <p:spPr>
          <a:xfrm>
            <a:off x="8058150" y="3640931"/>
            <a:ext cx="952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性格偏好</a:t>
            </a:r>
            <a:endParaRPr sz="150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" name="任意多边形 89"/>
          <p:cNvSpPr/>
          <p:nvPr>
            <p:custDataLst>
              <p:tags r:id="rId81"/>
            </p:custDataLst>
          </p:nvPr>
        </p:nvSpPr>
        <p:spPr>
          <a:xfrm>
            <a:off x="7519670" y="4029075"/>
            <a:ext cx="4010025" cy="276225"/>
          </a:xfrm>
          <a:custGeom>
            <a:avLst/>
            <a:gdLst>
              <a:gd name="sw" fmla="*/ 1 w 6315"/>
              <a:gd name="sh" fmla="*/ 1 h 435"/>
              <a:gd name="mins" fmla="min sw sh"/>
              <a:gd name="dsw" fmla="+- 0 sw mins"/>
              <a:gd name="dsh" fmla="+- 0 sh mins"/>
              <a:gd name="p0x0" fmla="*/ 120 w 6315"/>
              <a:gd name="p0y0" fmla="*/ 0 h 435"/>
              <a:gd name="p0x1" fmla="*/ 6195 w 6315"/>
              <a:gd name="p0y1" fmla="*/ 0 h 435"/>
              <a:gd name="p0x2" fmla="*/ 6261 w 6315"/>
              <a:gd name="p0y2" fmla="*/ 0 h 435"/>
              <a:gd name="p0x3" fmla="*/ 6315 w 6315"/>
              <a:gd name="p0y3" fmla="*/ 53 h 435"/>
              <a:gd name="p0x4" fmla="*/ 6315 w 6315"/>
              <a:gd name="p0y4" fmla="*/ 120 h 435"/>
              <a:gd name="p0x5" fmla="*/ 6315 w 6315"/>
              <a:gd name="p0y5" fmla="*/ 315 h 435"/>
              <a:gd name="p0x6" fmla="*/ 6315 w 6315"/>
              <a:gd name="p0y6" fmla="*/ 381 h 435"/>
              <a:gd name="p0x7" fmla="*/ 6261 w 6315"/>
              <a:gd name="p0y7" fmla="*/ 435 h 435"/>
              <a:gd name="p0x8" fmla="*/ 6195 w 6315"/>
              <a:gd name="p0y8" fmla="*/ 435 h 435"/>
              <a:gd name="p0x9" fmla="*/ 120 w 6315"/>
              <a:gd name="p0y9" fmla="*/ 435 h 435"/>
              <a:gd name="p0x10" fmla="*/ 53 w 6315"/>
              <a:gd name="p0y10" fmla="*/ 435 h 435"/>
              <a:gd name="p0x11" fmla="*/ 0 w 6315"/>
              <a:gd name="p0y11" fmla="*/ 381 h 435"/>
              <a:gd name="p0x12" fmla="*/ 0 w 6315"/>
              <a:gd name="p0y12" fmla="*/ 315 h 435"/>
              <a:gd name="p0x13" fmla="*/ 0 w 6315"/>
              <a:gd name="p0y13" fmla="*/ 120 h 435"/>
              <a:gd name="p0x14" fmla="*/ 0 w 6315"/>
              <a:gd name="p0y14" fmla="*/ 53 h 435"/>
              <a:gd name="p0x15" fmla="*/ 53 w 6315"/>
              <a:gd name="p0y15" fmla="*/ 0 h 435"/>
              <a:gd name="p0x16" fmla="*/ 120 w 6315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2E0"/>
          </a:solidFill>
          <a:ln w="9525" cmpd="sng">
            <a:solidFill>
              <a:srgbClr val="F0E8D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1" name="任意多边形 90"/>
          <p:cNvSpPr/>
          <p:nvPr>
            <p:custDataLst>
              <p:tags r:id="rId82"/>
            </p:custDataLst>
          </p:nvPr>
        </p:nvSpPr>
        <p:spPr>
          <a:xfrm>
            <a:off x="7677150" y="403352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5A62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2" name="文本框 91"/>
          <p:cNvSpPr txBox="1"/>
          <p:nvPr>
            <p:custDataLst>
              <p:tags r:id="rId83"/>
            </p:custDataLst>
          </p:nvPr>
        </p:nvSpPr>
        <p:spPr>
          <a:xfrm>
            <a:off x="7762951" y="4067175"/>
            <a:ext cx="247498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文本框 92"/>
          <p:cNvSpPr txBox="1"/>
          <p:nvPr>
            <p:custDataLst>
              <p:tags r:id="rId84"/>
            </p:custDataLst>
          </p:nvPr>
        </p:nvSpPr>
        <p:spPr>
          <a:xfrm>
            <a:off x="8058150" y="4040981"/>
            <a:ext cx="952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心情打卡</a:t>
            </a:r>
            <a:endParaRPr sz="150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" name="矩形 93"/>
          <p:cNvSpPr/>
          <p:nvPr>
            <p:custDataLst>
              <p:tags r:id="rId85"/>
            </p:custDataLst>
          </p:nvPr>
        </p:nvSpPr>
        <p:spPr>
          <a:xfrm>
            <a:off x="7319645" y="4667250"/>
            <a:ext cx="4410075" cy="1763395"/>
          </a:xfrm>
          <a:prstGeom prst="rect">
            <a:avLst/>
          </a:prstGeom>
          <a:solidFill>
            <a:srgbClr val="FEFCF9"/>
          </a:solidFill>
          <a:ln w="9525" cmpd="sng">
            <a:solidFill>
              <a:srgbClr val="F0E8DC"/>
            </a:solidFill>
            <a:prstDash val="solid"/>
          </a:ln>
          <a:effectLst>
            <a:outerShdw blurRad="42863" dist="9525" dir="5399999" algn="ctr" rotWithShape="0">
              <a:srgbClr val="5A3A0A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5" name="文本框 94"/>
          <p:cNvSpPr txBox="1"/>
          <p:nvPr>
            <p:custDataLst>
              <p:tags r:id="rId86"/>
            </p:custDataLst>
          </p:nvPr>
        </p:nvSpPr>
        <p:spPr>
          <a:xfrm>
            <a:off x="7515225" y="4862513"/>
            <a:ext cx="4019550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三套状态机</a:t>
            </a:r>
            <a:endParaRPr sz="210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" name="文本框 95"/>
          <p:cNvSpPr txBox="1"/>
          <p:nvPr>
            <p:custDataLst>
              <p:tags r:id="rId87"/>
            </p:custDataLst>
          </p:nvPr>
        </p:nvSpPr>
        <p:spPr>
          <a:xfrm>
            <a:off x="7515225" y="5279708"/>
            <a:ext cx="4019550" cy="5047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2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</a:rPr>
              <a:t>记忆由状态机驱动，</a:t>
            </a:r>
            <a:r>
              <a:rPr sz="1200" b="1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</a:rPr>
              <a:t>不依赖模型回忆</a:t>
            </a:r>
            <a:r>
              <a:rPr sz="12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</a:rPr>
              <a:t>，保证对话过程稳定可控</a:t>
            </a:r>
            <a:endParaRPr sz="1200">
              <a:solidFill>
                <a:srgbClr val="6A5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" name="任意多边形 96"/>
          <p:cNvSpPr/>
          <p:nvPr>
            <p:custDataLst>
              <p:tags r:id="rId88"/>
            </p:custDataLst>
          </p:nvPr>
        </p:nvSpPr>
        <p:spPr>
          <a:xfrm>
            <a:off x="7519670" y="5897245"/>
            <a:ext cx="1254125" cy="333375"/>
          </a:xfrm>
          <a:custGeom>
            <a:avLst/>
            <a:gdLst>
              <a:gd name="sw" fmla="*/ 1 w 1974"/>
              <a:gd name="sh" fmla="*/ 1 h 525"/>
              <a:gd name="mins" fmla="min sw sh"/>
              <a:gd name="dsw" fmla="+- 0 sw mins"/>
              <a:gd name="dsh" fmla="+- 0 sh mins"/>
              <a:gd name="p0x0" fmla="*/ 120 w 1974"/>
              <a:gd name="p0y0" fmla="*/ 0 h 525"/>
              <a:gd name="p0x1" fmla="*/ 1854 w 1974"/>
              <a:gd name="p0y1" fmla="*/ 0 h 525"/>
              <a:gd name="p0x2" fmla="*/ 1921 w 1974"/>
              <a:gd name="p0y2" fmla="*/ 0 h 525"/>
              <a:gd name="p0x3" fmla="*/ 1974 w 1974"/>
              <a:gd name="p0y3" fmla="*/ 53 h 525"/>
              <a:gd name="p0x4" fmla="*/ 1974 w 1974"/>
              <a:gd name="p0y4" fmla="*/ 120 h 525"/>
              <a:gd name="p0x5" fmla="*/ 1974 w 1974"/>
              <a:gd name="p0y5" fmla="*/ 405 h 525"/>
              <a:gd name="p0x6" fmla="*/ 1974 w 1974"/>
              <a:gd name="p0y6" fmla="*/ 471 h 525"/>
              <a:gd name="p0x7" fmla="*/ 1921 w 1974"/>
              <a:gd name="p0y7" fmla="*/ 525 h 525"/>
              <a:gd name="p0x8" fmla="*/ 1854 w 1974"/>
              <a:gd name="p0y8" fmla="*/ 525 h 525"/>
              <a:gd name="p0x9" fmla="*/ 120 w 1974"/>
              <a:gd name="p0y9" fmla="*/ 525 h 525"/>
              <a:gd name="p0x10" fmla="*/ 53 w 1974"/>
              <a:gd name="p0y10" fmla="*/ 525 h 525"/>
              <a:gd name="p0x11" fmla="*/ 0 w 1974"/>
              <a:gd name="p0y11" fmla="*/ 471 h 525"/>
              <a:gd name="p0x12" fmla="*/ 0 w 1974"/>
              <a:gd name="p0y12" fmla="*/ 405 h 525"/>
              <a:gd name="p0x13" fmla="*/ 0 w 1974"/>
              <a:gd name="p0y13" fmla="*/ 120 h 525"/>
              <a:gd name="p0x14" fmla="*/ 0 w 1974"/>
              <a:gd name="p0y14" fmla="*/ 53 h 525"/>
              <a:gd name="p0x15" fmla="*/ 53 w 1974"/>
              <a:gd name="p0y15" fmla="*/ 0 h 525"/>
              <a:gd name="p0x16" fmla="*/ 120 w 1974"/>
              <a:gd name="p0y16" fmla="*/ 0 h 5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F5A623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8" name="文本框 97"/>
          <p:cNvSpPr txBox="1"/>
          <p:nvPr>
            <p:custDataLst>
              <p:tags r:id="rId89"/>
            </p:custDataLst>
          </p:nvPr>
        </p:nvSpPr>
        <p:spPr>
          <a:xfrm>
            <a:off x="7737424" y="5902528"/>
            <a:ext cx="1066877" cy="3238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950" b="1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</a:rPr>
              <a:t>↻</a:t>
            </a:r>
            <a:r>
              <a:rPr sz="12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支持重试</a:t>
            </a:r>
            <a:endParaRPr sz="120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" name="任意多边形 98"/>
          <p:cNvSpPr/>
          <p:nvPr>
            <p:custDataLst>
              <p:tags r:id="rId90"/>
            </p:custDataLst>
          </p:nvPr>
        </p:nvSpPr>
        <p:spPr>
          <a:xfrm>
            <a:off x="8897620" y="5897245"/>
            <a:ext cx="1254125" cy="333375"/>
          </a:xfrm>
          <a:custGeom>
            <a:avLst/>
            <a:gdLst>
              <a:gd name="sw" fmla="*/ 1 w 1974"/>
              <a:gd name="sh" fmla="*/ 1 h 525"/>
              <a:gd name="mins" fmla="min sw sh"/>
              <a:gd name="dsw" fmla="+- 0 sw mins"/>
              <a:gd name="dsh" fmla="+- 0 sh mins"/>
              <a:gd name="p0x0" fmla="*/ 120 w 1974"/>
              <a:gd name="p0y0" fmla="*/ 0 h 525"/>
              <a:gd name="p0x1" fmla="*/ 1854 w 1974"/>
              <a:gd name="p0y1" fmla="*/ 0 h 525"/>
              <a:gd name="p0x2" fmla="*/ 1921 w 1974"/>
              <a:gd name="p0y2" fmla="*/ 0 h 525"/>
              <a:gd name="p0x3" fmla="*/ 1974 w 1974"/>
              <a:gd name="p0y3" fmla="*/ 53 h 525"/>
              <a:gd name="p0x4" fmla="*/ 1974 w 1974"/>
              <a:gd name="p0y4" fmla="*/ 120 h 525"/>
              <a:gd name="p0x5" fmla="*/ 1974 w 1974"/>
              <a:gd name="p0y5" fmla="*/ 405 h 525"/>
              <a:gd name="p0x6" fmla="*/ 1974 w 1974"/>
              <a:gd name="p0y6" fmla="*/ 471 h 525"/>
              <a:gd name="p0x7" fmla="*/ 1921 w 1974"/>
              <a:gd name="p0y7" fmla="*/ 525 h 525"/>
              <a:gd name="p0x8" fmla="*/ 1854 w 1974"/>
              <a:gd name="p0y8" fmla="*/ 525 h 525"/>
              <a:gd name="p0x9" fmla="*/ 120 w 1974"/>
              <a:gd name="p0y9" fmla="*/ 525 h 525"/>
              <a:gd name="p0x10" fmla="*/ 53 w 1974"/>
              <a:gd name="p0y10" fmla="*/ 525 h 525"/>
              <a:gd name="p0x11" fmla="*/ 0 w 1974"/>
              <a:gd name="p0y11" fmla="*/ 471 h 525"/>
              <a:gd name="p0x12" fmla="*/ 0 w 1974"/>
              <a:gd name="p0y12" fmla="*/ 405 h 525"/>
              <a:gd name="p0x13" fmla="*/ 0 w 1974"/>
              <a:gd name="p0y13" fmla="*/ 120 h 525"/>
              <a:gd name="p0x14" fmla="*/ 0 w 1974"/>
              <a:gd name="p0y14" fmla="*/ 53 h 525"/>
              <a:gd name="p0x15" fmla="*/ 53 w 1974"/>
              <a:gd name="p0y15" fmla="*/ 0 h 525"/>
              <a:gd name="p0x16" fmla="*/ 120 w 1974"/>
              <a:gd name="p0y16" fmla="*/ 0 h 5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F5A623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0" name="文本框 99"/>
          <p:cNvSpPr txBox="1"/>
          <p:nvPr>
            <p:custDataLst>
              <p:tags r:id="rId91"/>
            </p:custDataLst>
          </p:nvPr>
        </p:nvSpPr>
        <p:spPr>
          <a:xfrm>
            <a:off x="9115349" y="5902528"/>
            <a:ext cx="1066876" cy="3238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950" b="1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</a:rPr>
              <a:t>✕</a:t>
            </a:r>
            <a:r>
              <a:rPr sz="12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支持取消</a:t>
            </a:r>
            <a:endParaRPr sz="120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" name="任意多边形 100"/>
          <p:cNvSpPr/>
          <p:nvPr>
            <p:custDataLst>
              <p:tags r:id="rId92"/>
            </p:custDataLst>
          </p:nvPr>
        </p:nvSpPr>
        <p:spPr>
          <a:xfrm>
            <a:off x="10275570" y="5897245"/>
            <a:ext cx="1254125" cy="333375"/>
          </a:xfrm>
          <a:custGeom>
            <a:avLst/>
            <a:gdLst>
              <a:gd name="sw" fmla="*/ 1 w 1974"/>
              <a:gd name="sh" fmla="*/ 1 h 525"/>
              <a:gd name="mins" fmla="min sw sh"/>
              <a:gd name="dsw" fmla="+- 0 sw mins"/>
              <a:gd name="dsh" fmla="+- 0 sh mins"/>
              <a:gd name="p0x0" fmla="*/ 120 w 1974"/>
              <a:gd name="p0y0" fmla="*/ 0 h 525"/>
              <a:gd name="p0x1" fmla="*/ 1854 w 1974"/>
              <a:gd name="p0y1" fmla="*/ 0 h 525"/>
              <a:gd name="p0x2" fmla="*/ 1921 w 1974"/>
              <a:gd name="p0y2" fmla="*/ 0 h 525"/>
              <a:gd name="p0x3" fmla="*/ 1974 w 1974"/>
              <a:gd name="p0y3" fmla="*/ 53 h 525"/>
              <a:gd name="p0x4" fmla="*/ 1974 w 1974"/>
              <a:gd name="p0y4" fmla="*/ 120 h 525"/>
              <a:gd name="p0x5" fmla="*/ 1974 w 1974"/>
              <a:gd name="p0y5" fmla="*/ 405 h 525"/>
              <a:gd name="p0x6" fmla="*/ 1974 w 1974"/>
              <a:gd name="p0y6" fmla="*/ 471 h 525"/>
              <a:gd name="p0x7" fmla="*/ 1921 w 1974"/>
              <a:gd name="p0y7" fmla="*/ 525 h 525"/>
              <a:gd name="p0x8" fmla="*/ 1854 w 1974"/>
              <a:gd name="p0y8" fmla="*/ 525 h 525"/>
              <a:gd name="p0x9" fmla="*/ 120 w 1974"/>
              <a:gd name="p0y9" fmla="*/ 525 h 525"/>
              <a:gd name="p0x10" fmla="*/ 53 w 1974"/>
              <a:gd name="p0y10" fmla="*/ 525 h 525"/>
              <a:gd name="p0x11" fmla="*/ 0 w 1974"/>
              <a:gd name="p0y11" fmla="*/ 471 h 525"/>
              <a:gd name="p0x12" fmla="*/ 0 w 1974"/>
              <a:gd name="p0y12" fmla="*/ 405 h 525"/>
              <a:gd name="p0x13" fmla="*/ 0 w 1974"/>
              <a:gd name="p0y13" fmla="*/ 120 h 525"/>
              <a:gd name="p0x14" fmla="*/ 0 w 1974"/>
              <a:gd name="p0y14" fmla="*/ 53 h 525"/>
              <a:gd name="p0x15" fmla="*/ 53 w 1974"/>
              <a:gd name="p0y15" fmla="*/ 0 h 525"/>
              <a:gd name="p0x16" fmla="*/ 120 w 1974"/>
              <a:gd name="p0y16" fmla="*/ 0 h 5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F5A623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2" name="文本框 101"/>
          <p:cNvSpPr txBox="1"/>
          <p:nvPr>
            <p:custDataLst>
              <p:tags r:id="rId93"/>
            </p:custDataLst>
          </p:nvPr>
        </p:nvSpPr>
        <p:spPr>
          <a:xfrm>
            <a:off x="10493273" y="5902528"/>
            <a:ext cx="1066876" cy="3238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950" b="1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</a:rPr>
              <a:t>↺</a:t>
            </a:r>
            <a:r>
              <a:rPr sz="12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支持重开</a:t>
            </a:r>
            <a:endParaRPr sz="120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任意多边形 2"/>
          <p:cNvSpPr/>
          <p:nvPr>
            <p:custDataLst>
              <p:tags r:id="rId94"/>
            </p:custDataLst>
          </p:nvPr>
        </p:nvSpPr>
        <p:spPr>
          <a:xfrm>
            <a:off x="457200" y="638175"/>
            <a:ext cx="38100" cy="266700"/>
          </a:xfrm>
          <a:custGeom>
            <a:avLst/>
            <a:gdLst>
              <a:gd name="sw" fmla="*/ 1 w 60"/>
              <a:gd name="sh" fmla="*/ 1 h 420"/>
              <a:gd name="mins" fmla="min sw sh"/>
              <a:gd name="dsw" fmla="+- 0 sw mins"/>
              <a:gd name="dsh" fmla="+- 0 sh mins"/>
              <a:gd name="p0x0" fmla="*/ 30 w 60"/>
              <a:gd name="p0y0" fmla="*/ 0 h 420"/>
              <a:gd name="p0x1" fmla="*/ 46 w 60"/>
              <a:gd name="p0y1" fmla="*/ 0 h 420"/>
              <a:gd name="p0x2" fmla="*/ 60 w 60"/>
              <a:gd name="p0y2" fmla="*/ 13 h 420"/>
              <a:gd name="p0x3" fmla="*/ 60 w 60"/>
              <a:gd name="p0y3" fmla="*/ 30 h 420"/>
              <a:gd name="p0x4" fmla="*/ 60 w 60"/>
              <a:gd name="p0y4" fmla="*/ 390 h 420"/>
              <a:gd name="p0x5" fmla="*/ 60 w 60"/>
              <a:gd name="p0y5" fmla="*/ 406 h 420"/>
              <a:gd name="p0x6" fmla="*/ 46 w 60"/>
              <a:gd name="p0y6" fmla="*/ 420 h 420"/>
              <a:gd name="p0x7" fmla="*/ 30 w 60"/>
              <a:gd name="p0y7" fmla="*/ 420 h 420"/>
              <a:gd name="p0x8" fmla="*/ 13 w 60"/>
              <a:gd name="p0y8" fmla="*/ 420 h 420"/>
              <a:gd name="p0x9" fmla="*/ 0 w 60"/>
              <a:gd name="p0y9" fmla="*/ 406 h 420"/>
              <a:gd name="p0x10" fmla="*/ 0 w 60"/>
              <a:gd name="p0y10" fmla="*/ 390 h 420"/>
              <a:gd name="p0x11" fmla="*/ 0 w 60"/>
              <a:gd name="p0y11" fmla="*/ 30 h 420"/>
              <a:gd name="p0x12" fmla="*/ 0 w 60"/>
              <a:gd name="p0y12" fmla="*/ 13 h 420"/>
              <a:gd name="p0x13" fmla="*/ 13 w 60"/>
              <a:gd name="p0y13" fmla="*/ 0 h 420"/>
              <a:gd name="p0x14" fmla="*/ 30 w 60"/>
              <a:gd name="p0y14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5A62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95"/>
            </p:custDataLst>
          </p:nvPr>
        </p:nvSpPr>
        <p:spPr>
          <a:xfrm>
            <a:off x="609600" y="509588"/>
            <a:ext cx="3810000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30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8 </a:t>
            </a:r>
            <a:r>
              <a:rPr sz="30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技术方案与记忆状态</a:t>
            </a:r>
            <a:endParaRPr sz="300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任意多边形 2"/>
          <p:cNvSpPr/>
          <p:nvPr>
            <p:custDataLst>
              <p:tags r:id="rId1"/>
            </p:custDataLst>
          </p:nvPr>
        </p:nvSpPr>
        <p:spPr>
          <a:xfrm>
            <a:off x="457200" y="561975"/>
            <a:ext cx="38100" cy="266700"/>
          </a:xfrm>
          <a:custGeom>
            <a:avLst/>
            <a:gdLst>
              <a:gd name="sw" fmla="*/ 1 w 60"/>
              <a:gd name="sh" fmla="*/ 1 h 420"/>
              <a:gd name="mins" fmla="min sw sh"/>
              <a:gd name="dsw" fmla="+- 0 sw mins"/>
              <a:gd name="dsh" fmla="+- 0 sh mins"/>
              <a:gd name="p0x0" fmla="*/ 30 w 60"/>
              <a:gd name="p0y0" fmla="*/ 0 h 420"/>
              <a:gd name="p0x1" fmla="*/ 46 w 60"/>
              <a:gd name="p0y1" fmla="*/ 0 h 420"/>
              <a:gd name="p0x2" fmla="*/ 60 w 60"/>
              <a:gd name="p0y2" fmla="*/ 13 h 420"/>
              <a:gd name="p0x3" fmla="*/ 60 w 60"/>
              <a:gd name="p0y3" fmla="*/ 30 h 420"/>
              <a:gd name="p0x4" fmla="*/ 60 w 60"/>
              <a:gd name="p0y4" fmla="*/ 390 h 420"/>
              <a:gd name="p0x5" fmla="*/ 60 w 60"/>
              <a:gd name="p0y5" fmla="*/ 406 h 420"/>
              <a:gd name="p0x6" fmla="*/ 46 w 60"/>
              <a:gd name="p0y6" fmla="*/ 420 h 420"/>
              <a:gd name="p0x7" fmla="*/ 30 w 60"/>
              <a:gd name="p0y7" fmla="*/ 420 h 420"/>
              <a:gd name="p0x8" fmla="*/ 13 w 60"/>
              <a:gd name="p0y8" fmla="*/ 420 h 420"/>
              <a:gd name="p0x9" fmla="*/ 0 w 60"/>
              <a:gd name="p0y9" fmla="*/ 406 h 420"/>
              <a:gd name="p0x10" fmla="*/ 0 w 60"/>
              <a:gd name="p0y10" fmla="*/ 390 h 420"/>
              <a:gd name="p0x11" fmla="*/ 0 w 60"/>
              <a:gd name="p0y11" fmla="*/ 30 h 420"/>
              <a:gd name="p0x12" fmla="*/ 0 w 60"/>
              <a:gd name="p0y12" fmla="*/ 13 h 420"/>
              <a:gd name="p0x13" fmla="*/ 13 w 60"/>
              <a:gd name="p0y13" fmla="*/ 0 h 420"/>
              <a:gd name="p0x14" fmla="*/ 30 w 60"/>
              <a:gd name="p0y14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5A62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609600" y="433388"/>
            <a:ext cx="3810000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30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9 </a:t>
            </a:r>
            <a:r>
              <a:rPr lang="zh-CN" altLang="en-US" sz="30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核心功能</a:t>
            </a:r>
            <a:r>
              <a:rPr lang="zh-CN" altLang="en-US" sz="30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总览</a:t>
            </a:r>
            <a:endParaRPr lang="zh-CN" altLang="en-US" sz="300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矩形 33"/>
          <p:cNvSpPr/>
          <p:nvPr>
            <p:custDataLst>
              <p:tags r:id="rId3"/>
            </p:custDataLst>
          </p:nvPr>
        </p:nvSpPr>
        <p:spPr>
          <a:xfrm>
            <a:off x="120650" y="1026795"/>
            <a:ext cx="11915775" cy="5734685"/>
          </a:xfrm>
          <a:prstGeom prst="rect">
            <a:avLst/>
          </a:prstGeom>
          <a:solidFill>
            <a:srgbClr val="FEFCF9"/>
          </a:solidFill>
          <a:ln w="9525" cmpd="sng">
            <a:solidFill>
              <a:srgbClr val="F0E8DC"/>
            </a:solidFill>
            <a:prstDash val="solid"/>
          </a:ln>
          <a:effectLst>
            <a:outerShdw blurRad="42863" dist="9525" dir="5399999" algn="ctr" rotWithShape="0">
              <a:srgbClr val="5A3A0A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41" name="表格 40"/>
          <p:cNvGraphicFramePr/>
          <p:nvPr>
            <p:custDataLst>
              <p:tags r:id="rId4"/>
            </p:custDataLst>
          </p:nvPr>
        </p:nvGraphicFramePr>
        <p:xfrm>
          <a:off x="287655" y="1278890"/>
          <a:ext cx="11507470" cy="518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41110"/>
                <a:gridCol w="5166360"/>
              </a:tblGrid>
              <a:tr h="1295400">
                <a:tc>
                  <a:txBody>
                    <a:bodyPr wrap="square"/>
                    <a:p>
                      <a:pPr algn="ctr"/>
                      <a:r>
                        <a:rPr lang="zh-CN" sz="1500" b="1">
                          <a:solidFill>
                            <a:srgbClr val="5A3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情绪支持与校园场景</a:t>
                      </a:r>
                      <a:r>
                        <a:rPr lang="zh-CN" sz="1500" b="1">
                          <a:solidFill>
                            <a:srgbClr val="5A3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疏导</a:t>
                      </a:r>
                      <a:endParaRPr lang="zh-CN" sz="1500" b="1">
                        <a:solidFill>
                          <a:srgbClr val="5A3A0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/>
                      <a:r>
                        <a:rPr lang="zh-CN" altLang="en-US" sz="1400" b="0">
                          <a:solidFill>
                            <a:srgbClr val="5A3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识别考试、论文、就业、宿舍、人际、情感和适应等困扰，采用</a:t>
                      </a:r>
                      <a:r>
                        <a:rPr lang="en-US" altLang="zh-CN" sz="1400" b="0">
                          <a:solidFill>
                            <a:srgbClr val="5A3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“</a:t>
                      </a:r>
                      <a:r>
                        <a:rPr lang="zh-CN" altLang="en-US" sz="1400" b="0">
                          <a:solidFill>
                            <a:srgbClr val="5A3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共情</a:t>
                      </a:r>
                      <a:r>
                        <a:rPr lang="en-US" altLang="zh-CN" sz="1400" b="0">
                          <a:solidFill>
                            <a:srgbClr val="5A3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—</a:t>
                      </a:r>
                      <a:r>
                        <a:rPr lang="zh-CN" altLang="en-US" sz="1400" b="0">
                          <a:solidFill>
                            <a:srgbClr val="5A3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澄清</a:t>
                      </a:r>
                      <a:r>
                        <a:rPr lang="en-US" altLang="zh-CN" sz="1400" b="0">
                          <a:solidFill>
                            <a:srgbClr val="5A3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—</a:t>
                      </a:r>
                      <a:r>
                        <a:rPr lang="zh-CN" altLang="en-US" sz="1400" b="0">
                          <a:solidFill>
                            <a:srgbClr val="5A3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轻量建议</a:t>
                      </a:r>
                      <a:r>
                        <a:rPr lang="en-US" altLang="zh-CN" sz="1400" b="0">
                          <a:solidFill>
                            <a:srgbClr val="5A3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—</a:t>
                      </a:r>
                      <a:r>
                        <a:rPr lang="zh-CN" altLang="en-US" sz="1400" b="0">
                          <a:solidFill>
                            <a:srgbClr val="5A3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必要转介</a:t>
                      </a:r>
                      <a:r>
                        <a:rPr lang="en-US" altLang="zh-CN" sz="1400" b="0">
                          <a:solidFill>
                            <a:srgbClr val="5A3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”</a:t>
                      </a:r>
                      <a:r>
                        <a:rPr lang="zh-CN" altLang="en-US" sz="1400" b="0">
                          <a:solidFill>
                            <a:srgbClr val="5A3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的回应结构。</a:t>
                      </a:r>
                      <a:endParaRPr lang="zh-CN" altLang="en-US" sz="1400" b="0">
                        <a:solidFill>
                          <a:srgbClr val="5A3A0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/>
                      <a:endParaRPr lang="zh-CN" altLang="en-US" sz="1400" b="0">
                        <a:solidFill>
                          <a:srgbClr val="5A3A0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/>
                      <a:r>
                        <a:rPr lang="zh-CN" altLang="en-US" sz="1400" b="0">
                          <a:solidFill>
                            <a:srgbClr val="5A3A0A"/>
                          </a:solidFill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示例：我最近考试压力很大，晚上总睡不着</a:t>
                      </a:r>
                      <a:r>
                        <a:rPr lang="zh-CN" altLang="en-US" sz="1400" b="0">
                          <a:solidFill>
                            <a:srgbClr val="5A3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。</a:t>
                      </a:r>
                      <a:endParaRPr lang="zh-CN" altLang="en-US" sz="1400" b="0">
                        <a:solidFill>
                          <a:srgbClr val="5A3A0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0E8DC"/>
                      </a:solidFill>
                      <a:prstDash val="solid"/>
                    </a:lnL>
                    <a:lnR w="9525">
                      <a:solidFill>
                        <a:srgbClr val="F0E8DC"/>
                      </a:solidFill>
                      <a:prstDash val="solid"/>
                    </a:lnR>
                    <a:lnT w="9525">
                      <a:solidFill>
                        <a:srgbClr val="F0E8DC"/>
                      </a:solidFill>
                      <a:prstDash val="solid"/>
                    </a:lnT>
                    <a:lnB w="9525">
                      <a:solidFill>
                        <a:srgbClr val="F0E8DC"/>
                      </a:solidFill>
                      <a:prstDash val="solid"/>
                    </a:lnB>
                    <a:solidFill>
                      <a:srgbClr val="FDF2E0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lang="zh-CN" altLang="en-US" sz="1500" b="1">
                          <a:solidFill>
                            <a:srgbClr val="5A3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危机识别与安全转介</a:t>
                      </a:r>
                      <a:endParaRPr lang="zh-CN" altLang="en-US" sz="1500" b="1">
                        <a:solidFill>
                          <a:srgbClr val="5A3A0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/>
                      <a:r>
                        <a:rPr lang="zh-CN" altLang="en-US" sz="1500" b="0">
                          <a:solidFill>
                            <a:srgbClr val="5A3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危机关键词预检优先于普通意图识别；区分即时危险与高风险表达，写入对应标签并输出安全指引。</a:t>
                      </a:r>
                      <a:endParaRPr lang="zh-CN" altLang="en-US" sz="1500" b="0">
                        <a:solidFill>
                          <a:srgbClr val="5A3A0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/>
                      <a:endParaRPr lang="en-US" altLang="zh-CN" sz="1500" b="0">
                        <a:solidFill>
                          <a:srgbClr val="5A3A0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400" b="0">
                          <a:solidFill>
                            <a:srgbClr val="5A3A0A"/>
                          </a:solidFill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示例：我现在无法保证自己安全。</a:t>
                      </a:r>
                      <a:endParaRPr lang="zh-CN" altLang="en-US" sz="1400" b="0">
                        <a:solidFill>
                          <a:srgbClr val="5A3A0A"/>
                        </a:solidFill>
                        <a:highlight>
                          <a:srgbClr val="FFFF00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0E8DC"/>
                      </a:solidFill>
                      <a:prstDash val="solid"/>
                    </a:lnL>
                    <a:lnR w="9525">
                      <a:solidFill>
                        <a:srgbClr val="F0E8DC"/>
                      </a:solidFill>
                      <a:prstDash val="solid"/>
                    </a:lnR>
                    <a:lnT w="9525">
                      <a:solidFill>
                        <a:srgbClr val="F0E8DC"/>
                      </a:solidFill>
                      <a:prstDash val="solid"/>
                    </a:lnT>
                    <a:lnB w="9525">
                      <a:solidFill>
                        <a:srgbClr val="F0E8DC"/>
                      </a:solidFill>
                      <a:prstDash val="solid"/>
                    </a:lnB>
                    <a:solidFill>
                      <a:srgbClr val="FDF2E0"/>
                    </a:solidFill>
                  </a:tcPr>
                </a:tc>
              </a:tr>
              <a:tr h="1295400">
                <a:tc>
                  <a:txBody>
                    <a:bodyPr wrap="square"/>
                    <a:p>
                      <a:pPr algn="ctr"/>
                      <a:r>
                        <a:rPr lang="en-US" altLang="zh-CN" sz="1500" b="1">
                          <a:solidFill>
                            <a:srgbClr val="3A2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GAD-7 </a:t>
                      </a:r>
                      <a:r>
                        <a:rPr lang="zh-CN" altLang="en-US" sz="1500" b="1">
                          <a:solidFill>
                            <a:srgbClr val="3A2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焦虑筛查</a:t>
                      </a:r>
                      <a:endParaRPr lang="zh-CN" altLang="en-US" sz="1500" b="1">
                        <a:solidFill>
                          <a:srgbClr val="3A2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/>
                      <a:r>
                        <a:rPr lang="zh-CN" altLang="en-US" sz="1500" b="0">
                          <a:solidFill>
                            <a:srgbClr val="3A2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固定</a:t>
                      </a:r>
                      <a:r>
                        <a:rPr lang="en-US" altLang="zh-CN" sz="1500" b="0">
                          <a:solidFill>
                            <a:srgbClr val="3A2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7 </a:t>
                      </a:r>
                      <a:r>
                        <a:rPr lang="zh-CN" altLang="en-US" sz="1500" b="0">
                          <a:solidFill>
                            <a:srgbClr val="3A2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题，支持数字和频率描述；无效输入不跳题，完成后计算</a:t>
                      </a:r>
                      <a:r>
                        <a:rPr lang="en-US" altLang="zh-CN" sz="1500" b="0">
                          <a:solidFill>
                            <a:srgbClr val="3A2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0—21 </a:t>
                      </a:r>
                      <a:r>
                        <a:rPr lang="zh-CN" altLang="en-US" sz="1500" b="0">
                          <a:solidFill>
                            <a:srgbClr val="3A2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分并给出筛查等级。</a:t>
                      </a:r>
                      <a:endParaRPr lang="zh-CN" altLang="en-US" sz="1500" b="0">
                        <a:solidFill>
                          <a:srgbClr val="3A2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/>
                      <a:endParaRPr lang="en-US" altLang="zh-CN" sz="1500" b="0">
                        <a:solidFill>
                          <a:srgbClr val="3A2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400" b="0">
                          <a:solidFill>
                            <a:srgbClr val="5A3A0A"/>
                          </a:solidFill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示例：帮我做一个焦虑自测（GAD-7）。</a:t>
                      </a:r>
                      <a:endParaRPr lang="zh-CN" altLang="en-US" sz="1400" b="0">
                        <a:solidFill>
                          <a:srgbClr val="5A3A0A"/>
                        </a:solidFill>
                        <a:highlight>
                          <a:srgbClr val="FFFF00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0E8DC"/>
                      </a:solidFill>
                      <a:prstDash val="solid"/>
                    </a:lnL>
                    <a:lnR w="9525">
                      <a:solidFill>
                        <a:srgbClr val="F0E8DC"/>
                      </a:solidFill>
                      <a:prstDash val="solid"/>
                    </a:lnR>
                    <a:lnT w="9525">
                      <a:solidFill>
                        <a:srgbClr val="F0E8DC"/>
                      </a:solidFill>
                      <a:prstDash val="solid"/>
                    </a:lnT>
                    <a:lnB w="9525">
                      <a:solidFill>
                        <a:srgbClr val="F0E8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lang="en-US" altLang="zh-CN" sz="1500" b="1">
                          <a:solidFill>
                            <a:srgbClr val="3A2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24 </a:t>
                      </a:r>
                      <a:r>
                        <a:rPr lang="zh-CN" altLang="en-US" sz="1500" b="1">
                          <a:solidFill>
                            <a:srgbClr val="3A2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题性格偏好小游戏</a:t>
                      </a:r>
                      <a:endParaRPr lang="zh-CN" altLang="en-US" sz="1500" b="0">
                        <a:solidFill>
                          <a:srgbClr val="3A2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/>
                      <a:r>
                        <a:rPr lang="zh-CN" altLang="en-US" sz="1500" b="0">
                          <a:solidFill>
                            <a:srgbClr val="3A2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逐题接受</a:t>
                      </a:r>
                      <a:r>
                        <a:rPr lang="en-US" altLang="zh-CN" sz="1500" b="0">
                          <a:solidFill>
                            <a:srgbClr val="3A2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A/B</a:t>
                      </a:r>
                      <a:r>
                        <a:rPr lang="zh-CN" altLang="en-US" sz="1500" b="0">
                          <a:solidFill>
                            <a:srgbClr val="3A2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、前者</a:t>
                      </a:r>
                      <a:r>
                        <a:rPr lang="en-US" altLang="zh-CN" sz="1500" b="0">
                          <a:solidFill>
                            <a:srgbClr val="3A2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</a:t>
                      </a:r>
                      <a:r>
                        <a:rPr lang="zh-CN" altLang="en-US" sz="1500" b="0">
                          <a:solidFill>
                            <a:srgbClr val="3A2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后者等回答，完成后按四个交错维度计算偏好类型，并强调非专业诊断。</a:t>
                      </a:r>
                      <a:endParaRPr lang="zh-CN" altLang="en-US" sz="1500" b="0">
                        <a:solidFill>
                          <a:srgbClr val="3A2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/>
                      <a:endParaRPr lang="en-US" altLang="zh-CN" sz="1500" b="0">
                        <a:solidFill>
                          <a:srgbClr val="3A2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/>
                      <a:r>
                        <a:rPr lang="zh-CN" altLang="en-US" sz="1400" b="0">
                          <a:solidFill>
                            <a:srgbClr val="5A3A0A"/>
                          </a:solidFill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示例：我想做性格测试。</a:t>
                      </a:r>
                      <a:endParaRPr lang="zh-CN" altLang="en-US" sz="1500" b="0">
                        <a:solidFill>
                          <a:srgbClr val="3A2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0E8DC"/>
                      </a:solidFill>
                      <a:prstDash val="solid"/>
                    </a:lnL>
                    <a:lnR w="9525">
                      <a:solidFill>
                        <a:srgbClr val="F0E8DC"/>
                      </a:solidFill>
                      <a:prstDash val="solid"/>
                    </a:lnR>
                    <a:lnT w="9525">
                      <a:solidFill>
                        <a:srgbClr val="F0E8DC"/>
                      </a:solidFill>
                      <a:prstDash val="solid"/>
                    </a:lnT>
                    <a:lnB w="9525">
                      <a:solidFill>
                        <a:srgbClr val="F0E8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95400">
                <a:tc>
                  <a:txBody>
                    <a:bodyPr wrap="square"/>
                    <a:p>
                      <a:pPr algn="ctr"/>
                      <a:r>
                        <a:rPr lang="en-US" altLang="zh-CN" sz="1500" b="1">
                          <a:solidFill>
                            <a:srgbClr val="3A2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 </a:t>
                      </a:r>
                      <a:r>
                        <a:rPr lang="zh-CN" altLang="en-US" sz="1500" b="1">
                          <a:solidFill>
                            <a:srgbClr val="3A2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题快速心情打卡</a:t>
                      </a:r>
                      <a:endParaRPr lang="zh-CN" altLang="en-US" sz="1500" b="1">
                        <a:solidFill>
                          <a:srgbClr val="3A2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/>
                      <a:r>
                        <a:rPr lang="zh-CN" altLang="en-US" sz="1500" b="0">
                          <a:solidFill>
                            <a:srgbClr val="3A2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记录</a:t>
                      </a:r>
                      <a:r>
                        <a:rPr lang="en-US" altLang="zh-CN" sz="1500" b="0">
                          <a:solidFill>
                            <a:srgbClr val="3A2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0—10 </a:t>
                      </a:r>
                      <a:r>
                        <a:rPr lang="zh-CN" altLang="en-US" sz="1500" b="0">
                          <a:solidFill>
                            <a:srgbClr val="3A2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情绪温度、在意事项和积极小事；三题完成后累计次数，中途取消不计数。</a:t>
                      </a:r>
                      <a:endParaRPr lang="zh-CN" altLang="en-US" sz="1500" b="0">
                        <a:solidFill>
                          <a:srgbClr val="3A2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/>
                      <a:endParaRPr lang="en-US" altLang="zh-CN" sz="1500" b="0">
                        <a:solidFill>
                          <a:srgbClr val="3A2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/>
                      <a:r>
                        <a:rPr lang="zh-CN" altLang="en-US" sz="1400" b="0">
                          <a:solidFill>
                            <a:srgbClr val="5A3A0A"/>
                          </a:solidFill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示例：我想做快速心情打卡。</a:t>
                      </a:r>
                      <a:endParaRPr lang="zh-CN" altLang="en-US" sz="1500" b="0">
                        <a:solidFill>
                          <a:srgbClr val="3A2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0E8DC"/>
                      </a:solidFill>
                      <a:prstDash val="solid"/>
                    </a:lnL>
                    <a:lnR w="9525">
                      <a:solidFill>
                        <a:srgbClr val="F0E8DC"/>
                      </a:solidFill>
                      <a:prstDash val="solid"/>
                    </a:lnR>
                    <a:lnT w="9525">
                      <a:solidFill>
                        <a:srgbClr val="F0E8DC"/>
                      </a:solidFill>
                      <a:prstDash val="solid"/>
                    </a:lnT>
                    <a:lnB w="9525">
                      <a:solidFill>
                        <a:srgbClr val="F0E8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lang="zh-CN" altLang="en-US" sz="1500" b="1">
                          <a:solidFill>
                            <a:srgbClr val="3A2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校园心理服务导航</a:t>
                      </a:r>
                      <a:endParaRPr lang="zh-CN" altLang="en-US" sz="1500" b="0">
                        <a:solidFill>
                          <a:srgbClr val="3A2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/>
                      <a:r>
                        <a:rPr lang="zh-CN" altLang="en-US" sz="1500" b="0">
                          <a:solidFill>
                            <a:srgbClr val="3A2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回答预约、电话、地址、开放时间、收费和保密边界等高频问题，降低学生查找成本。</a:t>
                      </a:r>
                      <a:endParaRPr lang="zh-CN" altLang="en-US" sz="1500" b="0">
                        <a:solidFill>
                          <a:srgbClr val="3A2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/>
                      <a:endParaRPr lang="en-US" altLang="zh-CN" sz="1500" b="0">
                        <a:solidFill>
                          <a:srgbClr val="3A2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/>
                      <a:r>
                        <a:rPr lang="zh-CN" altLang="en-US" sz="1400" b="0">
                          <a:solidFill>
                            <a:srgbClr val="5A3A0A"/>
                          </a:solidFill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示例：怎么预约学校的心理咨询？</a:t>
                      </a:r>
                      <a:endParaRPr lang="zh-CN" altLang="en-US" sz="1400" b="0">
                        <a:solidFill>
                          <a:srgbClr val="5A3A0A"/>
                        </a:solidFill>
                        <a:highlight>
                          <a:srgbClr val="FFFF00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0E8DC"/>
                      </a:solidFill>
                      <a:prstDash val="solid"/>
                    </a:lnL>
                    <a:lnR w="9525">
                      <a:solidFill>
                        <a:srgbClr val="F0E8DC"/>
                      </a:solidFill>
                      <a:prstDash val="solid"/>
                    </a:lnR>
                    <a:lnT w="9525">
                      <a:solidFill>
                        <a:srgbClr val="F0E8DC"/>
                      </a:solidFill>
                      <a:prstDash val="solid"/>
                    </a:lnT>
                    <a:lnB w="9525">
                      <a:solidFill>
                        <a:srgbClr val="F0E8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954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500" b="1">
                          <a:solidFill>
                            <a:srgbClr val="3A2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心理老师信息与方向匹配</a:t>
                      </a:r>
                      <a:endParaRPr lang="zh-CN" altLang="en-US" sz="1500" b="1">
                        <a:solidFill>
                          <a:srgbClr val="3A2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500" b="0">
                          <a:solidFill>
                            <a:srgbClr val="3A2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查询公开老师资料，也可按焦虑、睡眠、人际、学习、生涯等方向推荐；不推断性别或实时排班。</a:t>
                      </a:r>
                      <a:endParaRPr lang="zh-CN" altLang="en-US" sz="1500" b="0">
                        <a:solidFill>
                          <a:srgbClr val="3A2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>
                        <a:buNone/>
                      </a:pPr>
                      <a:endParaRPr lang="en-US" altLang="zh-CN" sz="1500" b="0">
                        <a:solidFill>
                          <a:srgbClr val="3A2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400" b="0">
                          <a:solidFill>
                            <a:srgbClr val="5A3A0A"/>
                          </a:solidFill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示例：我最近很焦虑，推荐擅长这个方向的老师。</a:t>
                      </a:r>
                      <a:endParaRPr lang="zh-CN" altLang="en-US" sz="1500" b="0">
                        <a:solidFill>
                          <a:srgbClr val="3A2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0E8DC"/>
                      </a:solidFill>
                      <a:prstDash val="solid"/>
                    </a:lnL>
                    <a:lnR w="9525">
                      <a:solidFill>
                        <a:srgbClr val="F0E8DC"/>
                      </a:solidFill>
                      <a:prstDash val="solid"/>
                    </a:lnR>
                    <a:lnT w="9525">
                      <a:solidFill>
                        <a:srgbClr val="F0E8DC"/>
                      </a:solidFill>
                      <a:prstDash val="solid"/>
                    </a:lnT>
                    <a:lnB w="9525">
                      <a:solidFill>
                        <a:srgbClr val="F0E8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500" b="1">
                          <a:solidFill>
                            <a:srgbClr val="3A2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跨轮记忆与纠正理解</a:t>
                      </a:r>
                      <a:endParaRPr lang="zh-CN" altLang="en-US" sz="1500" b="0">
                        <a:solidFill>
                          <a:srgbClr val="3A2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500" b="0">
                          <a:solidFill>
                            <a:srgbClr val="3A2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记住用户本轮核心困扰，并理解</a:t>
                      </a:r>
                      <a:r>
                        <a:rPr lang="en-US" altLang="zh-CN" sz="1500" b="0">
                          <a:solidFill>
                            <a:srgbClr val="3A2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“</a:t>
                      </a:r>
                      <a:r>
                        <a:rPr lang="zh-CN" altLang="en-US" sz="1500" b="0">
                          <a:solidFill>
                            <a:srgbClr val="3A2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不是</a:t>
                      </a:r>
                      <a:r>
                        <a:rPr lang="en-US" altLang="zh-CN" sz="1500" b="0">
                          <a:solidFill>
                            <a:srgbClr val="3A2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”“</a:t>
                      </a:r>
                      <a:r>
                        <a:rPr lang="zh-CN" altLang="en-US" sz="1500" b="0">
                          <a:solidFill>
                            <a:srgbClr val="3A2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我说的是</a:t>
                      </a:r>
                      <a:r>
                        <a:rPr lang="en-US" altLang="zh-CN" sz="1500" b="0">
                          <a:solidFill>
                            <a:srgbClr val="3A2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”</a:t>
                      </a:r>
                      <a:r>
                        <a:rPr lang="zh-CN" altLang="en-US" sz="1500" b="0">
                          <a:solidFill>
                            <a:srgbClr val="3A2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等纠正表达，减少重复说明。</a:t>
                      </a:r>
                      <a:endParaRPr lang="zh-CN" altLang="en-US" sz="1500" b="0">
                        <a:solidFill>
                          <a:srgbClr val="3A2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>
                        <a:buNone/>
                      </a:pPr>
                      <a:endParaRPr lang="en-US" altLang="zh-CN" sz="1500" b="0">
                        <a:solidFill>
                          <a:srgbClr val="3A2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400" b="0">
                          <a:solidFill>
                            <a:srgbClr val="5A3A0A"/>
                          </a:solidFill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示例：不是就业问题，我说的是论文压力。</a:t>
                      </a:r>
                      <a:endParaRPr lang="zh-CN" altLang="en-US" sz="1400" b="0">
                        <a:solidFill>
                          <a:srgbClr val="5A3A0A"/>
                        </a:solidFill>
                        <a:highlight>
                          <a:srgbClr val="FFFF00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0E8DC"/>
                      </a:solidFill>
                      <a:prstDash val="solid"/>
                    </a:lnL>
                    <a:lnR w="9525">
                      <a:solidFill>
                        <a:srgbClr val="F0E8DC"/>
                      </a:solidFill>
                      <a:prstDash val="solid"/>
                    </a:lnR>
                    <a:lnT w="9525">
                      <a:solidFill>
                        <a:srgbClr val="F0E8DC"/>
                      </a:solidFill>
                      <a:prstDash val="solid"/>
                    </a:lnT>
                    <a:lnB w="9525">
                      <a:solidFill>
                        <a:srgbClr val="F0E8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任意多边形 2"/>
          <p:cNvSpPr/>
          <p:nvPr>
            <p:custDataLst>
              <p:tags r:id="rId1"/>
            </p:custDataLst>
          </p:nvPr>
        </p:nvSpPr>
        <p:spPr>
          <a:xfrm>
            <a:off x="457200" y="561975"/>
            <a:ext cx="38100" cy="266700"/>
          </a:xfrm>
          <a:custGeom>
            <a:avLst/>
            <a:gdLst>
              <a:gd name="sw" fmla="*/ 1 w 60"/>
              <a:gd name="sh" fmla="*/ 1 h 420"/>
              <a:gd name="mins" fmla="min sw sh"/>
              <a:gd name="dsw" fmla="+- 0 sw mins"/>
              <a:gd name="dsh" fmla="+- 0 sh mins"/>
              <a:gd name="p0x0" fmla="*/ 30 w 60"/>
              <a:gd name="p0y0" fmla="*/ 0 h 420"/>
              <a:gd name="p0x1" fmla="*/ 46 w 60"/>
              <a:gd name="p0y1" fmla="*/ 0 h 420"/>
              <a:gd name="p0x2" fmla="*/ 60 w 60"/>
              <a:gd name="p0y2" fmla="*/ 13 h 420"/>
              <a:gd name="p0x3" fmla="*/ 60 w 60"/>
              <a:gd name="p0y3" fmla="*/ 30 h 420"/>
              <a:gd name="p0x4" fmla="*/ 60 w 60"/>
              <a:gd name="p0y4" fmla="*/ 390 h 420"/>
              <a:gd name="p0x5" fmla="*/ 60 w 60"/>
              <a:gd name="p0y5" fmla="*/ 406 h 420"/>
              <a:gd name="p0x6" fmla="*/ 46 w 60"/>
              <a:gd name="p0y6" fmla="*/ 420 h 420"/>
              <a:gd name="p0x7" fmla="*/ 30 w 60"/>
              <a:gd name="p0y7" fmla="*/ 420 h 420"/>
              <a:gd name="p0x8" fmla="*/ 13 w 60"/>
              <a:gd name="p0y8" fmla="*/ 420 h 420"/>
              <a:gd name="p0x9" fmla="*/ 0 w 60"/>
              <a:gd name="p0y9" fmla="*/ 406 h 420"/>
              <a:gd name="p0x10" fmla="*/ 0 w 60"/>
              <a:gd name="p0y10" fmla="*/ 390 h 420"/>
              <a:gd name="p0x11" fmla="*/ 0 w 60"/>
              <a:gd name="p0y11" fmla="*/ 30 h 420"/>
              <a:gd name="p0x12" fmla="*/ 0 w 60"/>
              <a:gd name="p0y12" fmla="*/ 13 h 420"/>
              <a:gd name="p0x13" fmla="*/ 13 w 60"/>
              <a:gd name="p0y13" fmla="*/ 0 h 420"/>
              <a:gd name="p0x14" fmla="*/ 30 w 60"/>
              <a:gd name="p0y14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5A62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609600" y="433388"/>
            <a:ext cx="3810000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30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8 </a:t>
            </a:r>
            <a:r>
              <a:rPr sz="30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情绪支持与安全转介</a:t>
            </a:r>
            <a:endParaRPr sz="300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461645" y="1090295"/>
            <a:ext cx="5534025" cy="5305425"/>
          </a:xfrm>
          <a:prstGeom prst="rect">
            <a:avLst/>
          </a:prstGeom>
          <a:solidFill>
            <a:srgbClr val="FEFCF9"/>
          </a:solidFill>
          <a:ln w="9525" cmpd="sng">
            <a:solidFill>
              <a:srgbClr val="F0E8DC"/>
            </a:solidFill>
            <a:prstDash val="solid"/>
          </a:ln>
          <a:effectLst>
            <a:outerShdw blurRad="42863" dist="9525" dir="5399999" algn="ctr" rotWithShape="0">
              <a:srgbClr val="5A3A0A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50" name="组合 49"/>
          <p:cNvGrpSpPr/>
          <p:nvPr/>
        </p:nvGrpSpPr>
        <p:grpSpPr>
          <a:xfrm>
            <a:off x="619125" y="1247775"/>
            <a:ext cx="5219700" cy="447675"/>
            <a:chOff x="975" y="1965"/>
            <a:chExt cx="8220" cy="705"/>
          </a:xfrm>
        </p:grpSpPr>
        <p:sp>
          <p:nvSpPr>
            <p:cNvPr id="6" name="任意多边形 5"/>
            <p:cNvSpPr/>
            <p:nvPr>
              <p:custDataLst>
                <p:tags r:id="rId4"/>
              </p:custDataLst>
            </p:nvPr>
          </p:nvSpPr>
          <p:spPr>
            <a:xfrm>
              <a:off x="975" y="1965"/>
              <a:ext cx="8220" cy="705"/>
            </a:xfrm>
            <a:custGeom>
              <a:avLst/>
              <a:gdLst>
                <a:gd name="sw" fmla="*/ 1 w 8220"/>
                <a:gd name="sh" fmla="*/ 1 h 705"/>
                <a:gd name="mins" fmla="min sw sh"/>
                <a:gd name="dsw" fmla="+- 0 sw mins"/>
                <a:gd name="dsh" fmla="+- 0 sh mins"/>
                <a:gd name="p0x0" fmla="*/ 0 w 8220"/>
                <a:gd name="p0y0" fmla="*/ 0 h 705"/>
                <a:gd name="p0x1" fmla="*/ 8220 w 8220"/>
                <a:gd name="p0y1" fmla="*/ 0 h 705"/>
                <a:gd name="p0x2" fmla="*/ 8220 w 8220"/>
                <a:gd name="p0y2" fmla="*/ 705 h 705"/>
                <a:gd name="p0x3" fmla="*/ 0 w 8220"/>
                <a:gd name="p0y3" fmla="*/ 705 h 705"/>
                <a:gd name="p0x4" fmla="*/ 0 w 8220"/>
                <a:gd name="p0y4" fmla="*/ 0 h 70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任意多边形 6"/>
            <p:cNvSpPr/>
            <p:nvPr>
              <p:custDataLst>
                <p:tags r:id="rId5"/>
              </p:custDataLst>
            </p:nvPr>
          </p:nvSpPr>
          <p:spPr>
            <a:xfrm>
              <a:off x="975" y="2640"/>
              <a:ext cx="8220" cy="30"/>
            </a:xfrm>
            <a:custGeom>
              <a:avLst/>
              <a:gdLst>
                <a:gd name="sw" fmla="*/ 1 w 8220"/>
                <a:gd name="sh" fmla="*/ 1 h 30"/>
                <a:gd name="mins" fmla="min sw sh"/>
                <a:gd name="dsw" fmla="+- 0 sw mins"/>
                <a:gd name="dsh" fmla="+- 0 sh mins"/>
                <a:gd name="p0x0" fmla="*/ 8220 w 8220"/>
                <a:gd name="p0y0" fmla="*/ 30 h 30"/>
                <a:gd name="p0x1" fmla="*/ 0 w 8220"/>
                <a:gd name="p0y1" fmla="*/ 30 h 30"/>
                <a:gd name="p0x2" fmla="*/ 0 w 8220"/>
                <a:gd name="p0y2" fmla="*/ 0 h 30"/>
                <a:gd name="p0x3" fmla="*/ 8220 w 8220"/>
                <a:gd name="p0y3" fmla="*/ 0 h 30"/>
                <a:gd name="p0x4" fmla="*/ 8220 w 8220"/>
                <a:gd name="p0y4" fmla="*/ 30 h 3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0E8D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619125" y="1247775"/>
            <a:ext cx="5219700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21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情绪支持</a:t>
            </a:r>
            <a:r>
              <a:rPr lang="en-US" altLang="zh-CN" sz="21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21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校园场景疏导</a:t>
            </a:r>
            <a:endParaRPr lang="zh-CN" altLang="en-US" sz="210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7"/>
            </p:custDataLst>
          </p:nvPr>
        </p:nvSpPr>
        <p:spPr>
          <a:xfrm>
            <a:off x="619125" y="2138045"/>
            <a:ext cx="5219700" cy="576580"/>
          </a:xfrm>
          <a:custGeom>
            <a:avLst/>
            <a:gdLst>
              <a:gd name="sw" fmla="*/ 1 w 8220"/>
              <a:gd name="sh" fmla="*/ 1 h 907"/>
              <a:gd name="mins" fmla="min sw sh"/>
              <a:gd name="dsw" fmla="+- 0 sw mins"/>
              <a:gd name="dsh" fmla="+- 0 sh mins"/>
              <a:gd name="p0x0" fmla="*/ 60 w 8220"/>
              <a:gd name="p0y0" fmla="*/ 0 h 907"/>
              <a:gd name="p0x1" fmla="*/ 8160 w 8220"/>
              <a:gd name="p0y1" fmla="*/ 0 h 907"/>
              <a:gd name="p0x2" fmla="*/ 8193 w 8220"/>
              <a:gd name="p0y2" fmla="*/ 0 h 907"/>
              <a:gd name="p0x3" fmla="*/ 8220 w 8220"/>
              <a:gd name="p0y3" fmla="*/ 26 h 907"/>
              <a:gd name="p0x4" fmla="*/ 8220 w 8220"/>
              <a:gd name="p0y4" fmla="*/ 60 h 907"/>
              <a:gd name="p0x5" fmla="*/ 8220 w 8220"/>
              <a:gd name="p0y5" fmla="*/ 847 h 907"/>
              <a:gd name="p0x6" fmla="*/ 8220 w 8220"/>
              <a:gd name="p0y6" fmla="*/ 880 h 907"/>
              <a:gd name="p0x7" fmla="*/ 8193 w 8220"/>
              <a:gd name="p0y7" fmla="*/ 907 h 907"/>
              <a:gd name="p0x8" fmla="*/ 8160 w 8220"/>
              <a:gd name="p0y8" fmla="*/ 907 h 907"/>
              <a:gd name="p0x9" fmla="*/ 60 w 8220"/>
              <a:gd name="p0y9" fmla="*/ 907 h 907"/>
              <a:gd name="p0x10" fmla="*/ 26 w 8220"/>
              <a:gd name="p0y10" fmla="*/ 907 h 907"/>
              <a:gd name="p0x11" fmla="*/ 0 w 8220"/>
              <a:gd name="p0y11" fmla="*/ 880 h 907"/>
              <a:gd name="p0x12" fmla="*/ 0 w 8220"/>
              <a:gd name="p0y12" fmla="*/ 847 h 907"/>
              <a:gd name="p0x13" fmla="*/ 0 w 8220"/>
              <a:gd name="p0y13" fmla="*/ 60 h 907"/>
              <a:gd name="p0x14" fmla="*/ 0 w 8220"/>
              <a:gd name="p0y14" fmla="*/ 26 h 907"/>
              <a:gd name="p0x15" fmla="*/ 26 w 8220"/>
              <a:gd name="p0y15" fmla="*/ 0 h 907"/>
              <a:gd name="p0x16" fmla="*/ 60 w 8220"/>
              <a:gd name="p0y16" fmla="*/ 0 h 90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2E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619125" y="1809750"/>
            <a:ext cx="52197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5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r>
              <a:rPr lang="zh-CN" sz="15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类场景识别</a:t>
            </a:r>
            <a:endParaRPr lang="zh-CN" sz="150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9"/>
            </p:custDataLst>
          </p:nvPr>
        </p:nvSpPr>
        <p:spPr>
          <a:xfrm>
            <a:off x="737870" y="2257425"/>
            <a:ext cx="542925" cy="337820"/>
          </a:xfrm>
          <a:custGeom>
            <a:avLst/>
            <a:gdLst>
              <a:gd name="sw" fmla="*/ 1 w 855"/>
              <a:gd name="sh" fmla="*/ 1 h 532"/>
              <a:gd name="mins" fmla="min sw sh"/>
              <a:gd name="dsw" fmla="+- 0 sw mins"/>
              <a:gd name="dsh" fmla="+- 0 sh mins"/>
              <a:gd name="p0x0" fmla="*/ 60 w 855"/>
              <a:gd name="p0y0" fmla="*/ 0 h 532"/>
              <a:gd name="p0x1" fmla="*/ 795 w 855"/>
              <a:gd name="p0y1" fmla="*/ 0 h 532"/>
              <a:gd name="p0x2" fmla="*/ 828 w 855"/>
              <a:gd name="p0y2" fmla="*/ 0 h 532"/>
              <a:gd name="p0x3" fmla="*/ 855 w 855"/>
              <a:gd name="p0y3" fmla="*/ 26 h 532"/>
              <a:gd name="p0x4" fmla="*/ 855 w 855"/>
              <a:gd name="p0y4" fmla="*/ 60 h 532"/>
              <a:gd name="p0x5" fmla="*/ 855 w 855"/>
              <a:gd name="p0y5" fmla="*/ 472 h 532"/>
              <a:gd name="p0x6" fmla="*/ 855 w 855"/>
              <a:gd name="p0y6" fmla="*/ 505 h 532"/>
              <a:gd name="p0x7" fmla="*/ 828 w 855"/>
              <a:gd name="p0y7" fmla="*/ 532 h 532"/>
              <a:gd name="p0x8" fmla="*/ 795 w 855"/>
              <a:gd name="p0y8" fmla="*/ 532 h 532"/>
              <a:gd name="p0x9" fmla="*/ 60 w 855"/>
              <a:gd name="p0y9" fmla="*/ 532 h 532"/>
              <a:gd name="p0x10" fmla="*/ 26 w 855"/>
              <a:gd name="p0y10" fmla="*/ 532 h 532"/>
              <a:gd name="p0x11" fmla="*/ 0 w 855"/>
              <a:gd name="p0y11" fmla="*/ 505 h 532"/>
              <a:gd name="p0x12" fmla="*/ 0 w 855"/>
              <a:gd name="p0y12" fmla="*/ 472 h 532"/>
              <a:gd name="p0x13" fmla="*/ 0 w 855"/>
              <a:gd name="p0y13" fmla="*/ 60 h 532"/>
              <a:gd name="p0x14" fmla="*/ 0 w 855"/>
              <a:gd name="p0y14" fmla="*/ 26 h 532"/>
              <a:gd name="p0x15" fmla="*/ 26 w 855"/>
              <a:gd name="p0y15" fmla="*/ 0 h 532"/>
              <a:gd name="p0x16" fmla="*/ 60 w 855"/>
              <a:gd name="p0y16" fmla="*/ 0 h 53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8D8C8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10"/>
            </p:custDataLst>
          </p:nvPr>
        </p:nvSpPr>
        <p:spPr>
          <a:xfrm>
            <a:off x="819150" y="2300288"/>
            <a:ext cx="571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考试</a:t>
            </a:r>
            <a:endParaRPr sz="1500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1"/>
            </p:custDataLst>
          </p:nvPr>
        </p:nvSpPr>
        <p:spPr>
          <a:xfrm>
            <a:off x="1366520" y="2257425"/>
            <a:ext cx="542925" cy="337820"/>
          </a:xfrm>
          <a:custGeom>
            <a:avLst/>
            <a:gdLst>
              <a:gd name="sw" fmla="*/ 1 w 855"/>
              <a:gd name="sh" fmla="*/ 1 h 532"/>
              <a:gd name="mins" fmla="min sw sh"/>
              <a:gd name="dsw" fmla="+- 0 sw mins"/>
              <a:gd name="dsh" fmla="+- 0 sh mins"/>
              <a:gd name="p0x0" fmla="*/ 60 w 855"/>
              <a:gd name="p0y0" fmla="*/ 0 h 532"/>
              <a:gd name="p0x1" fmla="*/ 795 w 855"/>
              <a:gd name="p0y1" fmla="*/ 0 h 532"/>
              <a:gd name="p0x2" fmla="*/ 828 w 855"/>
              <a:gd name="p0y2" fmla="*/ 0 h 532"/>
              <a:gd name="p0x3" fmla="*/ 855 w 855"/>
              <a:gd name="p0y3" fmla="*/ 26 h 532"/>
              <a:gd name="p0x4" fmla="*/ 855 w 855"/>
              <a:gd name="p0y4" fmla="*/ 60 h 532"/>
              <a:gd name="p0x5" fmla="*/ 855 w 855"/>
              <a:gd name="p0y5" fmla="*/ 472 h 532"/>
              <a:gd name="p0x6" fmla="*/ 855 w 855"/>
              <a:gd name="p0y6" fmla="*/ 505 h 532"/>
              <a:gd name="p0x7" fmla="*/ 828 w 855"/>
              <a:gd name="p0y7" fmla="*/ 532 h 532"/>
              <a:gd name="p0x8" fmla="*/ 795 w 855"/>
              <a:gd name="p0y8" fmla="*/ 532 h 532"/>
              <a:gd name="p0x9" fmla="*/ 60 w 855"/>
              <a:gd name="p0y9" fmla="*/ 532 h 532"/>
              <a:gd name="p0x10" fmla="*/ 26 w 855"/>
              <a:gd name="p0y10" fmla="*/ 532 h 532"/>
              <a:gd name="p0x11" fmla="*/ 0 w 855"/>
              <a:gd name="p0y11" fmla="*/ 505 h 532"/>
              <a:gd name="p0x12" fmla="*/ 0 w 855"/>
              <a:gd name="p0y12" fmla="*/ 472 h 532"/>
              <a:gd name="p0x13" fmla="*/ 0 w 855"/>
              <a:gd name="p0y13" fmla="*/ 60 h 532"/>
              <a:gd name="p0x14" fmla="*/ 0 w 855"/>
              <a:gd name="p0y14" fmla="*/ 26 h 532"/>
              <a:gd name="p0x15" fmla="*/ 26 w 855"/>
              <a:gd name="p0y15" fmla="*/ 0 h 532"/>
              <a:gd name="p0x16" fmla="*/ 60 w 855"/>
              <a:gd name="p0y16" fmla="*/ 0 h 53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8D8C8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12"/>
            </p:custDataLst>
          </p:nvPr>
        </p:nvSpPr>
        <p:spPr>
          <a:xfrm>
            <a:off x="1447800" y="2300288"/>
            <a:ext cx="571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论文</a:t>
            </a:r>
            <a:endParaRPr sz="1500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13"/>
            </p:custDataLst>
          </p:nvPr>
        </p:nvSpPr>
        <p:spPr>
          <a:xfrm>
            <a:off x="1995170" y="2257425"/>
            <a:ext cx="542925" cy="337820"/>
          </a:xfrm>
          <a:custGeom>
            <a:avLst/>
            <a:gdLst>
              <a:gd name="sw" fmla="*/ 1 w 855"/>
              <a:gd name="sh" fmla="*/ 1 h 532"/>
              <a:gd name="mins" fmla="min sw sh"/>
              <a:gd name="dsw" fmla="+- 0 sw mins"/>
              <a:gd name="dsh" fmla="+- 0 sh mins"/>
              <a:gd name="p0x0" fmla="*/ 60 w 855"/>
              <a:gd name="p0y0" fmla="*/ 0 h 532"/>
              <a:gd name="p0x1" fmla="*/ 795 w 855"/>
              <a:gd name="p0y1" fmla="*/ 0 h 532"/>
              <a:gd name="p0x2" fmla="*/ 828 w 855"/>
              <a:gd name="p0y2" fmla="*/ 0 h 532"/>
              <a:gd name="p0x3" fmla="*/ 855 w 855"/>
              <a:gd name="p0y3" fmla="*/ 26 h 532"/>
              <a:gd name="p0x4" fmla="*/ 855 w 855"/>
              <a:gd name="p0y4" fmla="*/ 60 h 532"/>
              <a:gd name="p0x5" fmla="*/ 855 w 855"/>
              <a:gd name="p0y5" fmla="*/ 472 h 532"/>
              <a:gd name="p0x6" fmla="*/ 855 w 855"/>
              <a:gd name="p0y6" fmla="*/ 505 h 532"/>
              <a:gd name="p0x7" fmla="*/ 828 w 855"/>
              <a:gd name="p0y7" fmla="*/ 532 h 532"/>
              <a:gd name="p0x8" fmla="*/ 795 w 855"/>
              <a:gd name="p0y8" fmla="*/ 532 h 532"/>
              <a:gd name="p0x9" fmla="*/ 60 w 855"/>
              <a:gd name="p0y9" fmla="*/ 532 h 532"/>
              <a:gd name="p0x10" fmla="*/ 26 w 855"/>
              <a:gd name="p0y10" fmla="*/ 532 h 532"/>
              <a:gd name="p0x11" fmla="*/ 0 w 855"/>
              <a:gd name="p0y11" fmla="*/ 505 h 532"/>
              <a:gd name="p0x12" fmla="*/ 0 w 855"/>
              <a:gd name="p0y12" fmla="*/ 472 h 532"/>
              <a:gd name="p0x13" fmla="*/ 0 w 855"/>
              <a:gd name="p0y13" fmla="*/ 60 h 532"/>
              <a:gd name="p0x14" fmla="*/ 0 w 855"/>
              <a:gd name="p0y14" fmla="*/ 26 h 532"/>
              <a:gd name="p0x15" fmla="*/ 26 w 855"/>
              <a:gd name="p0y15" fmla="*/ 0 h 532"/>
              <a:gd name="p0x16" fmla="*/ 60 w 855"/>
              <a:gd name="p0y16" fmla="*/ 0 h 53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8D8C8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14"/>
            </p:custDataLst>
          </p:nvPr>
        </p:nvSpPr>
        <p:spPr>
          <a:xfrm>
            <a:off x="2076450" y="2300288"/>
            <a:ext cx="571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就业</a:t>
            </a:r>
            <a:endParaRPr sz="1500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任意多边形 17"/>
          <p:cNvSpPr/>
          <p:nvPr>
            <p:custDataLst>
              <p:tags r:id="rId15"/>
            </p:custDataLst>
          </p:nvPr>
        </p:nvSpPr>
        <p:spPr>
          <a:xfrm>
            <a:off x="2623820" y="2257425"/>
            <a:ext cx="542925" cy="337820"/>
          </a:xfrm>
          <a:custGeom>
            <a:avLst/>
            <a:gdLst>
              <a:gd name="sw" fmla="*/ 1 w 855"/>
              <a:gd name="sh" fmla="*/ 1 h 532"/>
              <a:gd name="mins" fmla="min sw sh"/>
              <a:gd name="dsw" fmla="+- 0 sw mins"/>
              <a:gd name="dsh" fmla="+- 0 sh mins"/>
              <a:gd name="p0x0" fmla="*/ 60 w 855"/>
              <a:gd name="p0y0" fmla="*/ 0 h 532"/>
              <a:gd name="p0x1" fmla="*/ 795 w 855"/>
              <a:gd name="p0y1" fmla="*/ 0 h 532"/>
              <a:gd name="p0x2" fmla="*/ 828 w 855"/>
              <a:gd name="p0y2" fmla="*/ 0 h 532"/>
              <a:gd name="p0x3" fmla="*/ 855 w 855"/>
              <a:gd name="p0y3" fmla="*/ 26 h 532"/>
              <a:gd name="p0x4" fmla="*/ 855 w 855"/>
              <a:gd name="p0y4" fmla="*/ 60 h 532"/>
              <a:gd name="p0x5" fmla="*/ 855 w 855"/>
              <a:gd name="p0y5" fmla="*/ 472 h 532"/>
              <a:gd name="p0x6" fmla="*/ 855 w 855"/>
              <a:gd name="p0y6" fmla="*/ 505 h 532"/>
              <a:gd name="p0x7" fmla="*/ 828 w 855"/>
              <a:gd name="p0y7" fmla="*/ 532 h 532"/>
              <a:gd name="p0x8" fmla="*/ 795 w 855"/>
              <a:gd name="p0y8" fmla="*/ 532 h 532"/>
              <a:gd name="p0x9" fmla="*/ 60 w 855"/>
              <a:gd name="p0y9" fmla="*/ 532 h 532"/>
              <a:gd name="p0x10" fmla="*/ 26 w 855"/>
              <a:gd name="p0y10" fmla="*/ 532 h 532"/>
              <a:gd name="p0x11" fmla="*/ 0 w 855"/>
              <a:gd name="p0y11" fmla="*/ 505 h 532"/>
              <a:gd name="p0x12" fmla="*/ 0 w 855"/>
              <a:gd name="p0y12" fmla="*/ 472 h 532"/>
              <a:gd name="p0x13" fmla="*/ 0 w 855"/>
              <a:gd name="p0y13" fmla="*/ 60 h 532"/>
              <a:gd name="p0x14" fmla="*/ 0 w 855"/>
              <a:gd name="p0y14" fmla="*/ 26 h 532"/>
              <a:gd name="p0x15" fmla="*/ 26 w 855"/>
              <a:gd name="p0y15" fmla="*/ 0 h 532"/>
              <a:gd name="p0x16" fmla="*/ 60 w 855"/>
              <a:gd name="p0y16" fmla="*/ 0 h 53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8D8C8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16"/>
            </p:custDataLst>
          </p:nvPr>
        </p:nvSpPr>
        <p:spPr>
          <a:xfrm>
            <a:off x="2705100" y="2300288"/>
            <a:ext cx="571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宿舍</a:t>
            </a:r>
            <a:endParaRPr sz="1500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任意多边形 19"/>
          <p:cNvSpPr/>
          <p:nvPr>
            <p:custDataLst>
              <p:tags r:id="rId17"/>
            </p:custDataLst>
          </p:nvPr>
        </p:nvSpPr>
        <p:spPr>
          <a:xfrm>
            <a:off x="3252470" y="2257425"/>
            <a:ext cx="542925" cy="337820"/>
          </a:xfrm>
          <a:custGeom>
            <a:avLst/>
            <a:gdLst>
              <a:gd name="sw" fmla="*/ 1 w 855"/>
              <a:gd name="sh" fmla="*/ 1 h 532"/>
              <a:gd name="mins" fmla="min sw sh"/>
              <a:gd name="dsw" fmla="+- 0 sw mins"/>
              <a:gd name="dsh" fmla="+- 0 sh mins"/>
              <a:gd name="p0x0" fmla="*/ 60 w 855"/>
              <a:gd name="p0y0" fmla="*/ 0 h 532"/>
              <a:gd name="p0x1" fmla="*/ 795 w 855"/>
              <a:gd name="p0y1" fmla="*/ 0 h 532"/>
              <a:gd name="p0x2" fmla="*/ 828 w 855"/>
              <a:gd name="p0y2" fmla="*/ 0 h 532"/>
              <a:gd name="p0x3" fmla="*/ 855 w 855"/>
              <a:gd name="p0y3" fmla="*/ 26 h 532"/>
              <a:gd name="p0x4" fmla="*/ 855 w 855"/>
              <a:gd name="p0y4" fmla="*/ 60 h 532"/>
              <a:gd name="p0x5" fmla="*/ 855 w 855"/>
              <a:gd name="p0y5" fmla="*/ 472 h 532"/>
              <a:gd name="p0x6" fmla="*/ 855 w 855"/>
              <a:gd name="p0y6" fmla="*/ 505 h 532"/>
              <a:gd name="p0x7" fmla="*/ 828 w 855"/>
              <a:gd name="p0y7" fmla="*/ 532 h 532"/>
              <a:gd name="p0x8" fmla="*/ 795 w 855"/>
              <a:gd name="p0y8" fmla="*/ 532 h 532"/>
              <a:gd name="p0x9" fmla="*/ 60 w 855"/>
              <a:gd name="p0y9" fmla="*/ 532 h 532"/>
              <a:gd name="p0x10" fmla="*/ 26 w 855"/>
              <a:gd name="p0y10" fmla="*/ 532 h 532"/>
              <a:gd name="p0x11" fmla="*/ 0 w 855"/>
              <a:gd name="p0y11" fmla="*/ 505 h 532"/>
              <a:gd name="p0x12" fmla="*/ 0 w 855"/>
              <a:gd name="p0y12" fmla="*/ 472 h 532"/>
              <a:gd name="p0x13" fmla="*/ 0 w 855"/>
              <a:gd name="p0y13" fmla="*/ 60 h 532"/>
              <a:gd name="p0x14" fmla="*/ 0 w 855"/>
              <a:gd name="p0y14" fmla="*/ 26 h 532"/>
              <a:gd name="p0x15" fmla="*/ 26 w 855"/>
              <a:gd name="p0y15" fmla="*/ 0 h 532"/>
              <a:gd name="p0x16" fmla="*/ 60 w 855"/>
              <a:gd name="p0y16" fmla="*/ 0 h 53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8D8C8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18"/>
            </p:custDataLst>
          </p:nvPr>
        </p:nvSpPr>
        <p:spPr>
          <a:xfrm>
            <a:off x="3333750" y="2300288"/>
            <a:ext cx="571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人际</a:t>
            </a:r>
            <a:endParaRPr sz="1500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任意多边形 21"/>
          <p:cNvSpPr/>
          <p:nvPr>
            <p:custDataLst>
              <p:tags r:id="rId19"/>
            </p:custDataLst>
          </p:nvPr>
        </p:nvSpPr>
        <p:spPr>
          <a:xfrm>
            <a:off x="3881120" y="2257425"/>
            <a:ext cx="542925" cy="337820"/>
          </a:xfrm>
          <a:custGeom>
            <a:avLst/>
            <a:gdLst>
              <a:gd name="sw" fmla="*/ 1 w 855"/>
              <a:gd name="sh" fmla="*/ 1 h 532"/>
              <a:gd name="mins" fmla="min sw sh"/>
              <a:gd name="dsw" fmla="+- 0 sw mins"/>
              <a:gd name="dsh" fmla="+- 0 sh mins"/>
              <a:gd name="p0x0" fmla="*/ 60 w 855"/>
              <a:gd name="p0y0" fmla="*/ 0 h 532"/>
              <a:gd name="p0x1" fmla="*/ 795 w 855"/>
              <a:gd name="p0y1" fmla="*/ 0 h 532"/>
              <a:gd name="p0x2" fmla="*/ 828 w 855"/>
              <a:gd name="p0y2" fmla="*/ 0 h 532"/>
              <a:gd name="p0x3" fmla="*/ 855 w 855"/>
              <a:gd name="p0y3" fmla="*/ 26 h 532"/>
              <a:gd name="p0x4" fmla="*/ 855 w 855"/>
              <a:gd name="p0y4" fmla="*/ 60 h 532"/>
              <a:gd name="p0x5" fmla="*/ 855 w 855"/>
              <a:gd name="p0y5" fmla="*/ 472 h 532"/>
              <a:gd name="p0x6" fmla="*/ 855 w 855"/>
              <a:gd name="p0y6" fmla="*/ 505 h 532"/>
              <a:gd name="p0x7" fmla="*/ 828 w 855"/>
              <a:gd name="p0y7" fmla="*/ 532 h 532"/>
              <a:gd name="p0x8" fmla="*/ 795 w 855"/>
              <a:gd name="p0y8" fmla="*/ 532 h 532"/>
              <a:gd name="p0x9" fmla="*/ 60 w 855"/>
              <a:gd name="p0y9" fmla="*/ 532 h 532"/>
              <a:gd name="p0x10" fmla="*/ 26 w 855"/>
              <a:gd name="p0y10" fmla="*/ 532 h 532"/>
              <a:gd name="p0x11" fmla="*/ 0 w 855"/>
              <a:gd name="p0y11" fmla="*/ 505 h 532"/>
              <a:gd name="p0x12" fmla="*/ 0 w 855"/>
              <a:gd name="p0y12" fmla="*/ 472 h 532"/>
              <a:gd name="p0x13" fmla="*/ 0 w 855"/>
              <a:gd name="p0y13" fmla="*/ 60 h 532"/>
              <a:gd name="p0x14" fmla="*/ 0 w 855"/>
              <a:gd name="p0y14" fmla="*/ 26 h 532"/>
              <a:gd name="p0x15" fmla="*/ 26 w 855"/>
              <a:gd name="p0y15" fmla="*/ 0 h 532"/>
              <a:gd name="p0x16" fmla="*/ 60 w 855"/>
              <a:gd name="p0y16" fmla="*/ 0 h 53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8D8C8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>
            <p:custDataLst>
              <p:tags r:id="rId20"/>
            </p:custDataLst>
          </p:nvPr>
        </p:nvSpPr>
        <p:spPr>
          <a:xfrm>
            <a:off x="3962400" y="2300288"/>
            <a:ext cx="571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情感</a:t>
            </a:r>
            <a:endParaRPr sz="1500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21"/>
            </p:custDataLst>
          </p:nvPr>
        </p:nvSpPr>
        <p:spPr>
          <a:xfrm>
            <a:off x="4509770" y="2257425"/>
            <a:ext cx="542925" cy="337820"/>
          </a:xfrm>
          <a:custGeom>
            <a:avLst/>
            <a:gdLst>
              <a:gd name="sw" fmla="*/ 1 w 855"/>
              <a:gd name="sh" fmla="*/ 1 h 532"/>
              <a:gd name="mins" fmla="min sw sh"/>
              <a:gd name="dsw" fmla="+- 0 sw mins"/>
              <a:gd name="dsh" fmla="+- 0 sh mins"/>
              <a:gd name="p0x0" fmla="*/ 60 w 855"/>
              <a:gd name="p0y0" fmla="*/ 0 h 532"/>
              <a:gd name="p0x1" fmla="*/ 795 w 855"/>
              <a:gd name="p0y1" fmla="*/ 0 h 532"/>
              <a:gd name="p0x2" fmla="*/ 828 w 855"/>
              <a:gd name="p0y2" fmla="*/ 0 h 532"/>
              <a:gd name="p0x3" fmla="*/ 855 w 855"/>
              <a:gd name="p0y3" fmla="*/ 26 h 532"/>
              <a:gd name="p0x4" fmla="*/ 855 w 855"/>
              <a:gd name="p0y4" fmla="*/ 60 h 532"/>
              <a:gd name="p0x5" fmla="*/ 855 w 855"/>
              <a:gd name="p0y5" fmla="*/ 472 h 532"/>
              <a:gd name="p0x6" fmla="*/ 855 w 855"/>
              <a:gd name="p0y6" fmla="*/ 505 h 532"/>
              <a:gd name="p0x7" fmla="*/ 828 w 855"/>
              <a:gd name="p0y7" fmla="*/ 532 h 532"/>
              <a:gd name="p0x8" fmla="*/ 795 w 855"/>
              <a:gd name="p0y8" fmla="*/ 532 h 532"/>
              <a:gd name="p0x9" fmla="*/ 60 w 855"/>
              <a:gd name="p0y9" fmla="*/ 532 h 532"/>
              <a:gd name="p0x10" fmla="*/ 26 w 855"/>
              <a:gd name="p0y10" fmla="*/ 532 h 532"/>
              <a:gd name="p0x11" fmla="*/ 0 w 855"/>
              <a:gd name="p0y11" fmla="*/ 505 h 532"/>
              <a:gd name="p0x12" fmla="*/ 0 w 855"/>
              <a:gd name="p0y12" fmla="*/ 472 h 532"/>
              <a:gd name="p0x13" fmla="*/ 0 w 855"/>
              <a:gd name="p0y13" fmla="*/ 60 h 532"/>
              <a:gd name="p0x14" fmla="*/ 0 w 855"/>
              <a:gd name="p0y14" fmla="*/ 26 h 532"/>
              <a:gd name="p0x15" fmla="*/ 26 w 855"/>
              <a:gd name="p0y15" fmla="*/ 0 h 532"/>
              <a:gd name="p0x16" fmla="*/ 60 w 855"/>
              <a:gd name="p0y16" fmla="*/ 0 h 53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8D8C8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22"/>
            </p:custDataLst>
          </p:nvPr>
        </p:nvSpPr>
        <p:spPr>
          <a:xfrm>
            <a:off x="4591050" y="2300288"/>
            <a:ext cx="571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适应</a:t>
            </a:r>
            <a:endParaRPr sz="1500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619125" y="2867025"/>
            <a:ext cx="5219700" cy="533400"/>
            <a:chOff x="975" y="4515"/>
            <a:chExt cx="8220" cy="840"/>
          </a:xfrm>
        </p:grpSpPr>
        <p:sp>
          <p:nvSpPr>
            <p:cNvPr id="26" name="任意多边形 25"/>
            <p:cNvSpPr/>
            <p:nvPr>
              <p:custDataLst>
                <p:tags r:id="rId23"/>
              </p:custDataLst>
            </p:nvPr>
          </p:nvSpPr>
          <p:spPr>
            <a:xfrm>
              <a:off x="975" y="4515"/>
              <a:ext cx="8220" cy="840"/>
            </a:xfrm>
            <a:custGeom>
              <a:avLst/>
              <a:gdLst>
                <a:gd name="sw" fmla="*/ 1 w 8220"/>
                <a:gd name="sh" fmla="*/ 1 h 840"/>
                <a:gd name="mins" fmla="min sw sh"/>
                <a:gd name="dsw" fmla="+- 0 sw mins"/>
                <a:gd name="dsh" fmla="+- 0 sh mins"/>
                <a:gd name="p0x0" fmla="*/ 60 w 8220"/>
                <a:gd name="p0y0" fmla="*/ 0 h 840"/>
                <a:gd name="p0x1" fmla="*/ 8160 w 8220"/>
                <a:gd name="p0y1" fmla="*/ 0 h 840"/>
                <a:gd name="p0x2" fmla="*/ 8193 w 8220"/>
                <a:gd name="p0y2" fmla="*/ 0 h 840"/>
                <a:gd name="p0x3" fmla="*/ 8220 w 8220"/>
                <a:gd name="p0y3" fmla="*/ 26 h 840"/>
                <a:gd name="p0x4" fmla="*/ 8220 w 8220"/>
                <a:gd name="p0y4" fmla="*/ 60 h 840"/>
                <a:gd name="p0x5" fmla="*/ 8220 w 8220"/>
                <a:gd name="p0y5" fmla="*/ 780 h 840"/>
                <a:gd name="p0x6" fmla="*/ 8220 w 8220"/>
                <a:gd name="p0y6" fmla="*/ 813 h 840"/>
                <a:gd name="p0x7" fmla="*/ 8193 w 8220"/>
                <a:gd name="p0y7" fmla="*/ 840 h 840"/>
                <a:gd name="p0x8" fmla="*/ 8160 w 8220"/>
                <a:gd name="p0y8" fmla="*/ 840 h 840"/>
                <a:gd name="p0x9" fmla="*/ 60 w 8220"/>
                <a:gd name="p0y9" fmla="*/ 840 h 840"/>
                <a:gd name="p0x10" fmla="*/ 26 w 8220"/>
                <a:gd name="p0y10" fmla="*/ 840 h 840"/>
                <a:gd name="p0x11" fmla="*/ 0 w 8220"/>
                <a:gd name="p0y11" fmla="*/ 813 h 840"/>
                <a:gd name="p0x12" fmla="*/ 0 w 8220"/>
                <a:gd name="p0y12" fmla="*/ 780 h 840"/>
                <a:gd name="p0x13" fmla="*/ 0 w 8220"/>
                <a:gd name="p0y13" fmla="*/ 60 h 840"/>
                <a:gd name="p0x14" fmla="*/ 0 w 8220"/>
                <a:gd name="p0y14" fmla="*/ 26 h 840"/>
                <a:gd name="p0x15" fmla="*/ 26 w 8220"/>
                <a:gd name="p0y15" fmla="*/ 0 h 840"/>
                <a:gd name="p0x16" fmla="*/ 60 w 8220"/>
                <a:gd name="p0y16" fmla="*/ 0 h 84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DF2E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7" name="任意多边形 26"/>
            <p:cNvSpPr/>
            <p:nvPr>
              <p:custDataLst>
                <p:tags r:id="rId24"/>
              </p:custDataLst>
            </p:nvPr>
          </p:nvSpPr>
          <p:spPr>
            <a:xfrm>
              <a:off x="975" y="4515"/>
              <a:ext cx="60" cy="840"/>
            </a:xfrm>
            <a:custGeom>
              <a:avLst/>
              <a:gdLst>
                <a:gd name="sw" fmla="*/ 1 w 60"/>
                <a:gd name="sh" fmla="*/ 1 h 840"/>
                <a:gd name="mins" fmla="min sw sh"/>
                <a:gd name="dsw" fmla="+- 0 sw mins"/>
                <a:gd name="dsh" fmla="+- 0 sh mins"/>
                <a:gd name="p0x0" fmla="*/ 0 w 60"/>
                <a:gd name="p0y0" fmla="*/ 780 h 840"/>
                <a:gd name="p0x1" fmla="*/ 0 w 60"/>
                <a:gd name="p0y1" fmla="*/ 60 h 840"/>
                <a:gd name="p0x2" fmla="*/ 0 w 60"/>
                <a:gd name="p0y2" fmla="*/ 26 h 840"/>
                <a:gd name="p0x3" fmla="*/ 26 w 60"/>
                <a:gd name="p0y3" fmla="*/ 0 h 840"/>
                <a:gd name="p0x4" fmla="*/ 60 w 60"/>
                <a:gd name="p0y4" fmla="*/ 0 h 840"/>
                <a:gd name="p0x5" fmla="*/ 60 w 60"/>
                <a:gd name="p0y5" fmla="*/ 780 h 840"/>
                <a:gd name="p0x6" fmla="*/ 60 w 60"/>
                <a:gd name="p0y6" fmla="*/ 840 h 840"/>
                <a:gd name="p0x7" fmla="*/ 26 w 60"/>
                <a:gd name="p0y7" fmla="*/ 840 h 840"/>
                <a:gd name="p0x8" fmla="*/ 0 w 60"/>
                <a:gd name="p0y8" fmla="*/ 813 h 840"/>
                <a:gd name="p0x9" fmla="*/ 0 w 60"/>
                <a:gd name="p0y9" fmla="*/ 780 h 84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close/>
                </a:path>
              </a:pathLst>
            </a:custGeom>
            <a:solidFill>
              <a:srgbClr val="F5A62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9" name="文本框 28"/>
          <p:cNvSpPr txBox="1"/>
          <p:nvPr>
            <p:custDataLst>
              <p:tags r:id="rId25"/>
            </p:custDataLst>
          </p:nvPr>
        </p:nvSpPr>
        <p:spPr>
          <a:xfrm>
            <a:off x="771525" y="2967038"/>
            <a:ext cx="4953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</a:rPr>
              <a:t>四步回应结构</a:t>
            </a:r>
            <a:r>
              <a:rPr lang="zh-CN"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：共情</a:t>
            </a:r>
            <a:r>
              <a:rPr lang="en-US" altLang="zh-CN"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r>
              <a:rPr lang="zh-CN" altLang="en-US"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澄清</a:t>
            </a:r>
            <a:r>
              <a:rPr lang="en-US" altLang="zh-CN"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r>
              <a:rPr lang="zh-CN" altLang="en-US"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轻量建议</a:t>
            </a:r>
            <a:r>
              <a:rPr lang="en-US" altLang="zh-CN"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r>
              <a:rPr lang="zh-CN" altLang="en-US"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必要转介</a:t>
            </a:r>
            <a:endParaRPr lang="zh-CN" altLang="en-US" sz="1500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52" name="组合 51"/>
          <p:cNvGrpSpPr/>
          <p:nvPr/>
        </p:nvGrpSpPr>
        <p:grpSpPr>
          <a:xfrm>
            <a:off x="619125" y="5833745"/>
            <a:ext cx="5219700" cy="405130"/>
            <a:chOff x="975" y="9187"/>
            <a:chExt cx="8220" cy="638"/>
          </a:xfrm>
        </p:grpSpPr>
        <p:sp>
          <p:nvSpPr>
            <p:cNvPr id="30" name="任意多边形 29"/>
            <p:cNvSpPr/>
            <p:nvPr>
              <p:custDataLst>
                <p:tags r:id="rId26"/>
              </p:custDataLst>
            </p:nvPr>
          </p:nvSpPr>
          <p:spPr>
            <a:xfrm>
              <a:off x="975" y="9187"/>
              <a:ext cx="8220" cy="638"/>
            </a:xfrm>
            <a:custGeom>
              <a:avLst/>
              <a:gdLst>
                <a:gd name="sw" fmla="*/ 1 w 8220"/>
                <a:gd name="sh" fmla="*/ 1 h 637"/>
                <a:gd name="mins" fmla="min sw sh"/>
                <a:gd name="dsw" fmla="+- 0 sw mins"/>
                <a:gd name="dsh" fmla="+- 0 sh mins"/>
                <a:gd name="p0x0" fmla="*/ 60 w 8220"/>
                <a:gd name="p0y0" fmla="*/ 0 h 637"/>
                <a:gd name="p0x1" fmla="*/ 8160 w 8220"/>
                <a:gd name="p0y1" fmla="*/ 0 h 637"/>
                <a:gd name="p0x2" fmla="*/ 8193 w 8220"/>
                <a:gd name="p0y2" fmla="*/ 0 h 637"/>
                <a:gd name="p0x3" fmla="*/ 8220 w 8220"/>
                <a:gd name="p0y3" fmla="*/ 26 h 637"/>
                <a:gd name="p0x4" fmla="*/ 8220 w 8220"/>
                <a:gd name="p0y4" fmla="*/ 60 h 637"/>
                <a:gd name="p0x5" fmla="*/ 8220 w 8220"/>
                <a:gd name="p0y5" fmla="*/ 577 h 637"/>
                <a:gd name="p0x6" fmla="*/ 8220 w 8220"/>
                <a:gd name="p0y6" fmla="*/ 610 h 637"/>
                <a:gd name="p0x7" fmla="*/ 8193 w 8220"/>
                <a:gd name="p0y7" fmla="*/ 637 h 637"/>
                <a:gd name="p0x8" fmla="*/ 8160 w 8220"/>
                <a:gd name="p0y8" fmla="*/ 637 h 637"/>
                <a:gd name="p0x9" fmla="*/ 60 w 8220"/>
                <a:gd name="p0y9" fmla="*/ 637 h 637"/>
                <a:gd name="p0x10" fmla="*/ 26 w 8220"/>
                <a:gd name="p0y10" fmla="*/ 637 h 637"/>
                <a:gd name="p0x11" fmla="*/ 0 w 8220"/>
                <a:gd name="p0y11" fmla="*/ 610 h 637"/>
                <a:gd name="p0x12" fmla="*/ 0 w 8220"/>
                <a:gd name="p0y12" fmla="*/ 577 h 637"/>
                <a:gd name="p0x13" fmla="*/ 0 w 8220"/>
                <a:gd name="p0y13" fmla="*/ 60 h 637"/>
                <a:gd name="p0x14" fmla="*/ 0 w 8220"/>
                <a:gd name="p0y14" fmla="*/ 26 h 637"/>
                <a:gd name="p0x15" fmla="*/ 26 w 8220"/>
                <a:gd name="p0y15" fmla="*/ 0 h 637"/>
                <a:gd name="p0x16" fmla="*/ 60 w 8220"/>
                <a:gd name="p0y16" fmla="*/ 0 h 637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1" name="任意多边形 30"/>
            <p:cNvSpPr/>
            <p:nvPr>
              <p:custDataLst>
                <p:tags r:id="rId27"/>
              </p:custDataLst>
            </p:nvPr>
          </p:nvSpPr>
          <p:spPr>
            <a:xfrm>
              <a:off x="975" y="9187"/>
              <a:ext cx="60" cy="638"/>
            </a:xfrm>
            <a:custGeom>
              <a:avLst/>
              <a:gdLst>
                <a:gd name="sw" fmla="*/ 1 w 60"/>
                <a:gd name="sh" fmla="*/ 1 h 637"/>
                <a:gd name="mins" fmla="min sw sh"/>
                <a:gd name="dsw" fmla="+- 0 sw mins"/>
                <a:gd name="dsh" fmla="+- 0 sh mins"/>
                <a:gd name="p0x0" fmla="*/ 0 w 60"/>
                <a:gd name="p0y0" fmla="*/ 577 h 637"/>
                <a:gd name="p0x1" fmla="*/ 0 w 60"/>
                <a:gd name="p0y1" fmla="*/ 60 h 637"/>
                <a:gd name="p0x2" fmla="*/ 0 w 60"/>
                <a:gd name="p0y2" fmla="*/ 26 h 637"/>
                <a:gd name="p0x3" fmla="*/ 26 w 60"/>
                <a:gd name="p0y3" fmla="*/ 0 h 637"/>
                <a:gd name="p0x4" fmla="*/ 60 w 60"/>
                <a:gd name="p0y4" fmla="*/ 0 h 637"/>
                <a:gd name="p0x5" fmla="*/ 60 w 60"/>
                <a:gd name="p0y5" fmla="*/ 577 h 637"/>
                <a:gd name="p0x6" fmla="*/ 60 w 60"/>
                <a:gd name="p0y6" fmla="*/ 637 h 637"/>
                <a:gd name="p0x7" fmla="*/ 26 w 60"/>
                <a:gd name="p0y7" fmla="*/ 637 h 637"/>
                <a:gd name="p0x8" fmla="*/ 0 w 60"/>
                <a:gd name="p0y8" fmla="*/ 610 h 637"/>
                <a:gd name="p0x9" fmla="*/ 0 w 60"/>
                <a:gd name="p0y9" fmla="*/ 577 h 637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close/>
                </a:path>
              </a:pathLst>
            </a:custGeom>
            <a:solidFill>
              <a:srgbClr val="F5A62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3" name="文本框 32"/>
          <p:cNvSpPr txBox="1"/>
          <p:nvPr>
            <p:custDataLst>
              <p:tags r:id="rId28"/>
            </p:custDataLst>
          </p:nvPr>
        </p:nvSpPr>
        <p:spPr>
          <a:xfrm>
            <a:off x="619125" y="3616008"/>
            <a:ext cx="49530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500" i="1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</a:rPr>
              <a:t>例如：</a:t>
            </a:r>
            <a:r>
              <a:rPr sz="1500" i="1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</a:rPr>
              <a:t>我最近考试压力很大，晚上总睡不着。</a:t>
            </a:r>
            <a:endParaRPr sz="1500" i="1">
              <a:solidFill>
                <a:srgbClr val="6A5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矩形 33"/>
          <p:cNvSpPr/>
          <p:nvPr>
            <p:custDataLst>
              <p:tags r:id="rId29"/>
            </p:custDataLst>
          </p:nvPr>
        </p:nvSpPr>
        <p:spPr>
          <a:xfrm>
            <a:off x="6195695" y="1090295"/>
            <a:ext cx="5534025" cy="5438775"/>
          </a:xfrm>
          <a:prstGeom prst="rect">
            <a:avLst/>
          </a:prstGeom>
          <a:solidFill>
            <a:srgbClr val="FEFCF9"/>
          </a:solidFill>
          <a:ln w="9525" cmpd="sng">
            <a:solidFill>
              <a:srgbClr val="F0E8DC"/>
            </a:solidFill>
            <a:prstDash val="solid"/>
          </a:ln>
          <a:effectLst>
            <a:outerShdw blurRad="42863" dist="9525" dir="5399999" algn="ctr" rotWithShape="0">
              <a:srgbClr val="5A3A0A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53" name="组合 52"/>
          <p:cNvGrpSpPr/>
          <p:nvPr/>
        </p:nvGrpSpPr>
        <p:grpSpPr>
          <a:xfrm>
            <a:off x="6353175" y="1247775"/>
            <a:ext cx="5219700" cy="447675"/>
            <a:chOff x="10005" y="1965"/>
            <a:chExt cx="8220" cy="705"/>
          </a:xfrm>
        </p:grpSpPr>
        <p:sp>
          <p:nvSpPr>
            <p:cNvPr id="35" name="任意多边形 34"/>
            <p:cNvSpPr/>
            <p:nvPr>
              <p:custDataLst>
                <p:tags r:id="rId30"/>
              </p:custDataLst>
            </p:nvPr>
          </p:nvSpPr>
          <p:spPr>
            <a:xfrm>
              <a:off x="10005" y="1965"/>
              <a:ext cx="8220" cy="705"/>
            </a:xfrm>
            <a:custGeom>
              <a:avLst/>
              <a:gdLst>
                <a:gd name="sw" fmla="*/ 1 w 8220"/>
                <a:gd name="sh" fmla="*/ 1 h 705"/>
                <a:gd name="mins" fmla="min sw sh"/>
                <a:gd name="dsw" fmla="+- 0 sw mins"/>
                <a:gd name="dsh" fmla="+- 0 sh mins"/>
                <a:gd name="p0x0" fmla="*/ 0 w 8220"/>
                <a:gd name="p0y0" fmla="*/ 0 h 705"/>
                <a:gd name="p0x1" fmla="*/ 8220 w 8220"/>
                <a:gd name="p0y1" fmla="*/ 0 h 705"/>
                <a:gd name="p0x2" fmla="*/ 8220 w 8220"/>
                <a:gd name="p0y2" fmla="*/ 705 h 705"/>
                <a:gd name="p0x3" fmla="*/ 0 w 8220"/>
                <a:gd name="p0y3" fmla="*/ 705 h 705"/>
                <a:gd name="p0x4" fmla="*/ 0 w 8220"/>
                <a:gd name="p0y4" fmla="*/ 0 h 70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6" name="任意多边形 35"/>
            <p:cNvSpPr/>
            <p:nvPr>
              <p:custDataLst>
                <p:tags r:id="rId31"/>
              </p:custDataLst>
            </p:nvPr>
          </p:nvSpPr>
          <p:spPr>
            <a:xfrm>
              <a:off x="10005" y="2640"/>
              <a:ext cx="8220" cy="30"/>
            </a:xfrm>
            <a:custGeom>
              <a:avLst/>
              <a:gdLst>
                <a:gd name="sw" fmla="*/ 1 w 8220"/>
                <a:gd name="sh" fmla="*/ 1 h 30"/>
                <a:gd name="mins" fmla="min sw sh"/>
                <a:gd name="dsw" fmla="+- 0 sw mins"/>
                <a:gd name="dsh" fmla="+- 0 sh mins"/>
                <a:gd name="p0x0" fmla="*/ 8220 w 8220"/>
                <a:gd name="p0y0" fmla="*/ 30 h 30"/>
                <a:gd name="p0x1" fmla="*/ 0 w 8220"/>
                <a:gd name="p0y1" fmla="*/ 30 h 30"/>
                <a:gd name="p0x2" fmla="*/ 0 w 8220"/>
                <a:gd name="p0y2" fmla="*/ 0 h 30"/>
                <a:gd name="p0x3" fmla="*/ 8220 w 8220"/>
                <a:gd name="p0y3" fmla="*/ 0 h 30"/>
                <a:gd name="p0x4" fmla="*/ 8220 w 8220"/>
                <a:gd name="p0y4" fmla="*/ 30 h 3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0E8D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8" name="文本框 37"/>
          <p:cNvSpPr txBox="1"/>
          <p:nvPr>
            <p:custDataLst>
              <p:tags r:id="rId32"/>
            </p:custDataLst>
          </p:nvPr>
        </p:nvSpPr>
        <p:spPr>
          <a:xfrm>
            <a:off x="6353175" y="1247775"/>
            <a:ext cx="5219700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21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危机识别</a:t>
            </a:r>
            <a:r>
              <a:rPr lang="en-US" altLang="zh-CN" sz="21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21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安全转介</a:t>
            </a:r>
            <a:endParaRPr lang="zh-CN" altLang="en-US" sz="210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任意多边形 38"/>
          <p:cNvSpPr/>
          <p:nvPr>
            <p:custDataLst>
              <p:tags r:id="rId33"/>
            </p:custDataLst>
          </p:nvPr>
        </p:nvSpPr>
        <p:spPr>
          <a:xfrm>
            <a:off x="6362700" y="1819275"/>
            <a:ext cx="5200650" cy="857250"/>
          </a:xfrm>
          <a:custGeom>
            <a:avLst/>
            <a:gdLst>
              <a:gd name="sw" fmla="*/ 1 w 8190"/>
              <a:gd name="sh" fmla="*/ 1 h 1350"/>
              <a:gd name="mins" fmla="min sw sh"/>
              <a:gd name="dsw" fmla="+- 0 sw mins"/>
              <a:gd name="dsh" fmla="+- 0 sh mins"/>
              <a:gd name="p0x0" fmla="*/ 60 w 8190"/>
              <a:gd name="p0y0" fmla="*/ 0 h 1350"/>
              <a:gd name="p0x1" fmla="*/ 8130 w 8190"/>
              <a:gd name="p0y1" fmla="*/ 0 h 1350"/>
              <a:gd name="p0x2" fmla="*/ 8163 w 8190"/>
              <a:gd name="p0y2" fmla="*/ 0 h 1350"/>
              <a:gd name="p0x3" fmla="*/ 8190 w 8190"/>
              <a:gd name="p0y3" fmla="*/ 26 h 1350"/>
              <a:gd name="p0x4" fmla="*/ 8190 w 8190"/>
              <a:gd name="p0y4" fmla="*/ 60 h 1350"/>
              <a:gd name="p0x5" fmla="*/ 8190 w 8190"/>
              <a:gd name="p0y5" fmla="*/ 1290 h 1350"/>
              <a:gd name="p0x6" fmla="*/ 8190 w 8190"/>
              <a:gd name="p0y6" fmla="*/ 1323 h 1350"/>
              <a:gd name="p0x7" fmla="*/ 8163 w 8190"/>
              <a:gd name="p0y7" fmla="*/ 1350 h 1350"/>
              <a:gd name="p0x8" fmla="*/ 8130 w 8190"/>
              <a:gd name="p0y8" fmla="*/ 1350 h 1350"/>
              <a:gd name="p0x9" fmla="*/ 60 w 8190"/>
              <a:gd name="p0y9" fmla="*/ 1350 h 1350"/>
              <a:gd name="p0x10" fmla="*/ 26 w 8190"/>
              <a:gd name="p0y10" fmla="*/ 1350 h 1350"/>
              <a:gd name="p0x11" fmla="*/ 0 w 8190"/>
              <a:gd name="p0y11" fmla="*/ 1323 h 1350"/>
              <a:gd name="p0x12" fmla="*/ 0 w 8190"/>
              <a:gd name="p0y12" fmla="*/ 1290 h 1350"/>
              <a:gd name="p0x13" fmla="*/ 0 w 8190"/>
              <a:gd name="p0y13" fmla="*/ 60 h 1350"/>
              <a:gd name="p0x14" fmla="*/ 0 w 8190"/>
              <a:gd name="p0y14" fmla="*/ 26 h 1350"/>
              <a:gd name="p0x15" fmla="*/ 26 w 8190"/>
              <a:gd name="p0y15" fmla="*/ 0 h 1350"/>
              <a:gd name="p0x16" fmla="*/ 60 w 8190"/>
              <a:gd name="p0y16" fmla="*/ 0 h 13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9EAB0"/>
          </a:solidFill>
          <a:ln w="19050" cmpd="sng">
            <a:solidFill>
              <a:srgbClr val="F0C04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>
            <p:custDataLst>
              <p:tags r:id="rId34"/>
            </p:custDataLst>
          </p:nvPr>
        </p:nvSpPr>
        <p:spPr>
          <a:xfrm>
            <a:off x="6486525" y="1928813"/>
            <a:ext cx="495300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rgbClr val="4A3A00"/>
                </a:solidFill>
                <a:latin typeface="微软雅黑" panose="020B0503020204020204" charset="-122"/>
                <a:ea typeface="微软雅黑" panose="020B0503020204020204" charset="-122"/>
              </a:rPr>
              <a:t>危机关键词预检优先于普通意图识别，区分层级写入标签并输出安全指引</a:t>
            </a:r>
            <a:endParaRPr sz="1500" b="1">
              <a:solidFill>
                <a:srgbClr val="4A3A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41" name="表格 40"/>
          <p:cNvGraphicFramePr/>
          <p:nvPr>
            <p:custDataLst>
              <p:tags r:id="rId35"/>
            </p:custDataLst>
          </p:nvPr>
        </p:nvGraphicFramePr>
        <p:xfrm>
          <a:off x="6353175" y="2952750"/>
          <a:ext cx="5219700" cy="17570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4927"/>
                <a:gridCol w="1808407"/>
                <a:gridCol w="2226840"/>
              </a:tblGrid>
              <a:tr h="414337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5A3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层级</a:t>
                      </a:r>
                      <a:endParaRPr sz="1500" b="1">
                        <a:solidFill>
                          <a:srgbClr val="5A3A0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0E8DC"/>
                      </a:solidFill>
                      <a:prstDash val="solid"/>
                    </a:lnL>
                    <a:lnR w="9525">
                      <a:solidFill>
                        <a:srgbClr val="F0E8DC"/>
                      </a:solidFill>
                      <a:prstDash val="solid"/>
                    </a:lnR>
                    <a:lnT w="9525">
                      <a:solidFill>
                        <a:srgbClr val="F0E8DC"/>
                      </a:solidFill>
                      <a:prstDash val="solid"/>
                    </a:lnT>
                    <a:lnB w="9525">
                      <a:solidFill>
                        <a:srgbClr val="F0E8DC"/>
                      </a:solidFill>
                      <a:prstDash val="solid"/>
                    </a:lnB>
                    <a:solidFill>
                      <a:srgbClr val="FDF2E0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5A3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特征</a:t>
                      </a:r>
                      <a:endParaRPr sz="1500" b="1">
                        <a:solidFill>
                          <a:srgbClr val="5A3A0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0E8DC"/>
                      </a:solidFill>
                      <a:prstDash val="solid"/>
                    </a:lnL>
                    <a:lnR w="9525">
                      <a:solidFill>
                        <a:srgbClr val="F0E8DC"/>
                      </a:solidFill>
                      <a:prstDash val="solid"/>
                    </a:lnR>
                    <a:lnT w="9525">
                      <a:solidFill>
                        <a:srgbClr val="F0E8DC"/>
                      </a:solidFill>
                      <a:prstDash val="solid"/>
                    </a:lnT>
                    <a:lnB w="9525">
                      <a:solidFill>
                        <a:srgbClr val="F0E8DC"/>
                      </a:solidFill>
                      <a:prstDash val="solid"/>
                    </a:lnB>
                    <a:solidFill>
                      <a:srgbClr val="FDF2E0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5A3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响应</a:t>
                      </a:r>
                      <a:endParaRPr sz="1500" b="1">
                        <a:solidFill>
                          <a:srgbClr val="5A3A0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0E8DC"/>
                      </a:solidFill>
                      <a:prstDash val="solid"/>
                    </a:lnL>
                    <a:lnR w="9525">
                      <a:solidFill>
                        <a:srgbClr val="F0E8DC"/>
                      </a:solidFill>
                      <a:prstDash val="solid"/>
                    </a:lnR>
                    <a:lnT w="9525">
                      <a:solidFill>
                        <a:srgbClr val="F0E8DC"/>
                      </a:solidFill>
                      <a:prstDash val="solid"/>
                    </a:lnT>
                    <a:lnB w="9525">
                      <a:solidFill>
                        <a:srgbClr val="F0E8DC"/>
                      </a:solidFill>
                      <a:prstDash val="solid"/>
                    </a:lnB>
                    <a:solidFill>
                      <a:srgbClr val="FDF2E0"/>
                    </a:solidFill>
                  </a:tcPr>
                </a:tc>
              </a:tr>
              <a:tr h="666750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3A2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即时危险</a:t>
                      </a:r>
                      <a:endParaRPr sz="1500" b="1">
                        <a:solidFill>
                          <a:srgbClr val="3A2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0E8DC"/>
                      </a:solidFill>
                      <a:prstDash val="solid"/>
                    </a:lnL>
                    <a:lnR w="9525">
                      <a:solidFill>
                        <a:srgbClr val="F0E8DC"/>
                      </a:solidFill>
                      <a:prstDash val="solid"/>
                    </a:lnR>
                    <a:lnT w="9525">
                      <a:solidFill>
                        <a:srgbClr val="F0E8DC"/>
                      </a:solidFill>
                      <a:prstDash val="solid"/>
                    </a:lnT>
                    <a:lnB w="9525">
                      <a:solidFill>
                        <a:srgbClr val="F0E8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rgbClr val="3A2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明确自伤</a:t>
                      </a:r>
                      <a:r>
                        <a:rPr lang="en-US" altLang="zh-CN" sz="1500" b="0">
                          <a:solidFill>
                            <a:srgbClr val="3A2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</a:t>
                      </a:r>
                      <a:r>
                        <a:rPr lang="zh-CN" altLang="en-US" sz="1500" b="0">
                          <a:solidFill>
                            <a:srgbClr val="3A2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伤人表达</a:t>
                      </a:r>
                      <a:endParaRPr lang="zh-CN" altLang="en-US" sz="1500" b="0">
                        <a:solidFill>
                          <a:srgbClr val="3A2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0E8DC"/>
                      </a:solidFill>
                      <a:prstDash val="solid"/>
                    </a:lnL>
                    <a:lnR w="9525">
                      <a:solidFill>
                        <a:srgbClr val="F0E8DC"/>
                      </a:solidFill>
                      <a:prstDash val="solid"/>
                    </a:lnR>
                    <a:lnT w="9525">
                      <a:solidFill>
                        <a:srgbClr val="F0E8DC"/>
                      </a:solidFill>
                      <a:prstDash val="solid"/>
                    </a:lnT>
                    <a:lnB w="9525">
                      <a:solidFill>
                        <a:srgbClr val="F0E8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rgbClr val="3A2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立即安全指引</a:t>
                      </a:r>
                      <a:r>
                        <a:rPr lang="en-US" altLang="zh-CN" sz="1500" b="0">
                          <a:solidFill>
                            <a:srgbClr val="3A2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</a:t>
                      </a:r>
                      <a:r>
                        <a:rPr lang="zh-CN" altLang="en-US" sz="1500" b="0">
                          <a:solidFill>
                            <a:srgbClr val="3A2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紧急转介</a:t>
                      </a:r>
                      <a:endParaRPr lang="zh-CN" altLang="en-US" sz="1500" b="0">
                        <a:solidFill>
                          <a:srgbClr val="3A2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0E8DC"/>
                      </a:solidFill>
                      <a:prstDash val="solid"/>
                    </a:lnL>
                    <a:lnR w="9525">
                      <a:solidFill>
                        <a:srgbClr val="F0E8DC"/>
                      </a:solidFill>
                      <a:prstDash val="solid"/>
                    </a:lnR>
                    <a:lnT w="9525">
                      <a:solidFill>
                        <a:srgbClr val="F0E8DC"/>
                      </a:solidFill>
                      <a:prstDash val="solid"/>
                    </a:lnT>
                    <a:lnB w="9525">
                      <a:solidFill>
                        <a:srgbClr val="F0E8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3A2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高风险表达</a:t>
                      </a:r>
                      <a:endParaRPr sz="1500" b="1">
                        <a:solidFill>
                          <a:srgbClr val="3A2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0E8DC"/>
                      </a:solidFill>
                      <a:prstDash val="solid"/>
                    </a:lnL>
                    <a:lnR w="9525">
                      <a:solidFill>
                        <a:srgbClr val="F0E8DC"/>
                      </a:solidFill>
                      <a:prstDash val="solid"/>
                    </a:lnR>
                    <a:lnT w="9525">
                      <a:solidFill>
                        <a:srgbClr val="F0E8DC"/>
                      </a:solidFill>
                      <a:prstDash val="solid"/>
                    </a:lnT>
                    <a:lnB w="9525">
                      <a:solidFill>
                        <a:srgbClr val="F0E8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3A2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模糊但危急信号</a:t>
                      </a:r>
                      <a:endParaRPr sz="1500" b="0">
                        <a:solidFill>
                          <a:srgbClr val="3A2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0E8DC"/>
                      </a:solidFill>
                      <a:prstDash val="solid"/>
                    </a:lnL>
                    <a:lnR w="9525">
                      <a:solidFill>
                        <a:srgbClr val="F0E8DC"/>
                      </a:solidFill>
                      <a:prstDash val="solid"/>
                    </a:lnR>
                    <a:lnT w="9525">
                      <a:solidFill>
                        <a:srgbClr val="F0E8DC"/>
                      </a:solidFill>
                      <a:prstDash val="solid"/>
                    </a:lnT>
                    <a:lnB w="9525">
                      <a:solidFill>
                        <a:srgbClr val="F0E8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rgbClr val="3A2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强化关注</a:t>
                      </a:r>
                      <a:r>
                        <a:rPr lang="en-US" altLang="zh-CN" sz="1500" b="0">
                          <a:solidFill>
                            <a:srgbClr val="3A2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</a:t>
                      </a:r>
                      <a:r>
                        <a:rPr lang="zh-CN" altLang="en-US" sz="1500" b="0">
                          <a:solidFill>
                            <a:srgbClr val="3A2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专业转介路径</a:t>
                      </a:r>
                      <a:endParaRPr lang="zh-CN" altLang="en-US" sz="1500" b="0">
                        <a:solidFill>
                          <a:srgbClr val="3A2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0E8DC"/>
                      </a:solidFill>
                      <a:prstDash val="solid"/>
                    </a:lnL>
                    <a:lnR w="9525">
                      <a:solidFill>
                        <a:srgbClr val="F0E8DC"/>
                      </a:solidFill>
                      <a:prstDash val="solid"/>
                    </a:lnR>
                    <a:lnT w="9525">
                      <a:solidFill>
                        <a:srgbClr val="F0E8DC"/>
                      </a:solidFill>
                      <a:prstDash val="solid"/>
                    </a:lnT>
                    <a:lnB w="9525">
                      <a:solidFill>
                        <a:srgbClr val="F0E8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54" name="组合 53"/>
          <p:cNvGrpSpPr/>
          <p:nvPr/>
        </p:nvGrpSpPr>
        <p:grpSpPr>
          <a:xfrm>
            <a:off x="6353175" y="4976495"/>
            <a:ext cx="5219700" cy="405130"/>
            <a:chOff x="10005" y="7837"/>
            <a:chExt cx="8220" cy="638"/>
          </a:xfrm>
        </p:grpSpPr>
        <p:sp>
          <p:nvSpPr>
            <p:cNvPr id="42" name="任意多边形 41"/>
            <p:cNvSpPr/>
            <p:nvPr>
              <p:custDataLst>
                <p:tags r:id="rId36"/>
              </p:custDataLst>
            </p:nvPr>
          </p:nvSpPr>
          <p:spPr>
            <a:xfrm>
              <a:off x="10005" y="7837"/>
              <a:ext cx="8220" cy="638"/>
            </a:xfrm>
            <a:custGeom>
              <a:avLst/>
              <a:gdLst>
                <a:gd name="sw" fmla="*/ 1 w 8220"/>
                <a:gd name="sh" fmla="*/ 1 h 637"/>
                <a:gd name="mins" fmla="min sw sh"/>
                <a:gd name="dsw" fmla="+- 0 sw mins"/>
                <a:gd name="dsh" fmla="+- 0 sh mins"/>
                <a:gd name="p0x0" fmla="*/ 60 w 8220"/>
                <a:gd name="p0y0" fmla="*/ 0 h 637"/>
                <a:gd name="p0x1" fmla="*/ 8160 w 8220"/>
                <a:gd name="p0y1" fmla="*/ 0 h 637"/>
                <a:gd name="p0x2" fmla="*/ 8193 w 8220"/>
                <a:gd name="p0y2" fmla="*/ 0 h 637"/>
                <a:gd name="p0x3" fmla="*/ 8220 w 8220"/>
                <a:gd name="p0y3" fmla="*/ 26 h 637"/>
                <a:gd name="p0x4" fmla="*/ 8220 w 8220"/>
                <a:gd name="p0y4" fmla="*/ 60 h 637"/>
                <a:gd name="p0x5" fmla="*/ 8220 w 8220"/>
                <a:gd name="p0y5" fmla="*/ 577 h 637"/>
                <a:gd name="p0x6" fmla="*/ 8220 w 8220"/>
                <a:gd name="p0y6" fmla="*/ 610 h 637"/>
                <a:gd name="p0x7" fmla="*/ 8193 w 8220"/>
                <a:gd name="p0y7" fmla="*/ 637 h 637"/>
                <a:gd name="p0x8" fmla="*/ 8160 w 8220"/>
                <a:gd name="p0y8" fmla="*/ 637 h 637"/>
                <a:gd name="p0x9" fmla="*/ 60 w 8220"/>
                <a:gd name="p0y9" fmla="*/ 637 h 637"/>
                <a:gd name="p0x10" fmla="*/ 26 w 8220"/>
                <a:gd name="p0y10" fmla="*/ 637 h 637"/>
                <a:gd name="p0x11" fmla="*/ 0 w 8220"/>
                <a:gd name="p0y11" fmla="*/ 610 h 637"/>
                <a:gd name="p0x12" fmla="*/ 0 w 8220"/>
                <a:gd name="p0y12" fmla="*/ 577 h 637"/>
                <a:gd name="p0x13" fmla="*/ 0 w 8220"/>
                <a:gd name="p0y13" fmla="*/ 60 h 637"/>
                <a:gd name="p0x14" fmla="*/ 0 w 8220"/>
                <a:gd name="p0y14" fmla="*/ 26 h 637"/>
                <a:gd name="p0x15" fmla="*/ 26 w 8220"/>
                <a:gd name="p0y15" fmla="*/ 0 h 637"/>
                <a:gd name="p0x16" fmla="*/ 60 w 8220"/>
                <a:gd name="p0y16" fmla="*/ 0 h 637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3" name="任意多边形 42"/>
            <p:cNvSpPr/>
            <p:nvPr>
              <p:custDataLst>
                <p:tags r:id="rId37"/>
              </p:custDataLst>
            </p:nvPr>
          </p:nvSpPr>
          <p:spPr>
            <a:xfrm>
              <a:off x="10005" y="7837"/>
              <a:ext cx="60" cy="638"/>
            </a:xfrm>
            <a:custGeom>
              <a:avLst/>
              <a:gdLst>
                <a:gd name="sw" fmla="*/ 1 w 60"/>
                <a:gd name="sh" fmla="*/ 1 h 637"/>
                <a:gd name="mins" fmla="min sw sh"/>
                <a:gd name="dsw" fmla="+- 0 sw mins"/>
                <a:gd name="dsh" fmla="+- 0 sh mins"/>
                <a:gd name="p0x0" fmla="*/ 0 w 60"/>
                <a:gd name="p0y0" fmla="*/ 577 h 637"/>
                <a:gd name="p0x1" fmla="*/ 0 w 60"/>
                <a:gd name="p0y1" fmla="*/ 60 h 637"/>
                <a:gd name="p0x2" fmla="*/ 0 w 60"/>
                <a:gd name="p0y2" fmla="*/ 26 h 637"/>
                <a:gd name="p0x3" fmla="*/ 26 w 60"/>
                <a:gd name="p0y3" fmla="*/ 0 h 637"/>
                <a:gd name="p0x4" fmla="*/ 60 w 60"/>
                <a:gd name="p0y4" fmla="*/ 0 h 637"/>
                <a:gd name="p0x5" fmla="*/ 60 w 60"/>
                <a:gd name="p0y5" fmla="*/ 577 h 637"/>
                <a:gd name="p0x6" fmla="*/ 60 w 60"/>
                <a:gd name="p0y6" fmla="*/ 637 h 637"/>
                <a:gd name="p0x7" fmla="*/ 26 w 60"/>
                <a:gd name="p0y7" fmla="*/ 637 h 637"/>
                <a:gd name="p0x8" fmla="*/ 0 w 60"/>
                <a:gd name="p0y8" fmla="*/ 610 h 637"/>
                <a:gd name="p0x9" fmla="*/ 0 w 60"/>
                <a:gd name="p0y9" fmla="*/ 577 h 637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close/>
                </a:path>
              </a:pathLst>
            </a:custGeom>
            <a:solidFill>
              <a:srgbClr val="F5A62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5" name="文本框 44"/>
          <p:cNvSpPr txBox="1"/>
          <p:nvPr>
            <p:custDataLst>
              <p:tags r:id="rId38"/>
            </p:custDataLst>
          </p:nvPr>
        </p:nvSpPr>
        <p:spPr>
          <a:xfrm>
            <a:off x="6505575" y="5053013"/>
            <a:ext cx="49530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i="1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</a:rPr>
              <a:t>我现在无法保证自己安全。</a:t>
            </a:r>
            <a:endParaRPr sz="1500" i="1">
              <a:solidFill>
                <a:srgbClr val="6A5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5" name="组合 54"/>
          <p:cNvGrpSpPr/>
          <p:nvPr/>
        </p:nvGrpSpPr>
        <p:grpSpPr>
          <a:xfrm>
            <a:off x="6353175" y="5534025"/>
            <a:ext cx="5219700" cy="838200"/>
            <a:chOff x="10005" y="8715"/>
            <a:chExt cx="8220" cy="1320"/>
          </a:xfrm>
        </p:grpSpPr>
        <p:sp>
          <p:nvSpPr>
            <p:cNvPr id="46" name="任意多边形 45"/>
            <p:cNvSpPr/>
            <p:nvPr>
              <p:custDataLst>
                <p:tags r:id="rId39"/>
              </p:custDataLst>
            </p:nvPr>
          </p:nvSpPr>
          <p:spPr>
            <a:xfrm>
              <a:off x="10005" y="8715"/>
              <a:ext cx="8220" cy="1320"/>
            </a:xfrm>
            <a:custGeom>
              <a:avLst/>
              <a:gdLst>
                <a:gd name="sw" fmla="*/ 1 w 8220"/>
                <a:gd name="sh" fmla="*/ 1 h 1320"/>
                <a:gd name="mins" fmla="min sw sh"/>
                <a:gd name="dsw" fmla="+- 0 sw mins"/>
                <a:gd name="dsh" fmla="+- 0 sh mins"/>
                <a:gd name="p0x0" fmla="*/ 60 w 8220"/>
                <a:gd name="p0y0" fmla="*/ 0 h 1320"/>
                <a:gd name="p0x1" fmla="*/ 8160 w 8220"/>
                <a:gd name="p0y1" fmla="*/ 0 h 1320"/>
                <a:gd name="p0x2" fmla="*/ 8193 w 8220"/>
                <a:gd name="p0y2" fmla="*/ 0 h 1320"/>
                <a:gd name="p0x3" fmla="*/ 8220 w 8220"/>
                <a:gd name="p0y3" fmla="*/ 26 h 1320"/>
                <a:gd name="p0x4" fmla="*/ 8220 w 8220"/>
                <a:gd name="p0y4" fmla="*/ 60 h 1320"/>
                <a:gd name="p0x5" fmla="*/ 8220 w 8220"/>
                <a:gd name="p0y5" fmla="*/ 1260 h 1320"/>
                <a:gd name="p0x6" fmla="*/ 8220 w 8220"/>
                <a:gd name="p0y6" fmla="*/ 1293 h 1320"/>
                <a:gd name="p0x7" fmla="*/ 8193 w 8220"/>
                <a:gd name="p0y7" fmla="*/ 1320 h 1320"/>
                <a:gd name="p0x8" fmla="*/ 8160 w 8220"/>
                <a:gd name="p0y8" fmla="*/ 1320 h 1320"/>
                <a:gd name="p0x9" fmla="*/ 60 w 8220"/>
                <a:gd name="p0y9" fmla="*/ 1320 h 1320"/>
                <a:gd name="p0x10" fmla="*/ 26 w 8220"/>
                <a:gd name="p0y10" fmla="*/ 1320 h 1320"/>
                <a:gd name="p0x11" fmla="*/ 0 w 8220"/>
                <a:gd name="p0y11" fmla="*/ 1293 h 1320"/>
                <a:gd name="p0x12" fmla="*/ 0 w 8220"/>
                <a:gd name="p0y12" fmla="*/ 1260 h 1320"/>
                <a:gd name="p0x13" fmla="*/ 0 w 8220"/>
                <a:gd name="p0y13" fmla="*/ 60 h 1320"/>
                <a:gd name="p0x14" fmla="*/ 0 w 8220"/>
                <a:gd name="p0y14" fmla="*/ 26 h 1320"/>
                <a:gd name="p0x15" fmla="*/ 26 w 8220"/>
                <a:gd name="p0y15" fmla="*/ 0 h 1320"/>
                <a:gd name="p0x16" fmla="*/ 60 w 8220"/>
                <a:gd name="p0y16" fmla="*/ 0 h 132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D9EEF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7" name="任意多边形 46"/>
            <p:cNvSpPr/>
            <p:nvPr>
              <p:custDataLst>
                <p:tags r:id="rId40"/>
              </p:custDataLst>
            </p:nvPr>
          </p:nvSpPr>
          <p:spPr>
            <a:xfrm>
              <a:off x="10005" y="8715"/>
              <a:ext cx="60" cy="1320"/>
            </a:xfrm>
            <a:custGeom>
              <a:avLst/>
              <a:gdLst>
                <a:gd name="sw" fmla="*/ 1 w 60"/>
                <a:gd name="sh" fmla="*/ 1 h 1320"/>
                <a:gd name="mins" fmla="min sw sh"/>
                <a:gd name="dsw" fmla="+- 0 sw mins"/>
                <a:gd name="dsh" fmla="+- 0 sh mins"/>
                <a:gd name="p0x0" fmla="*/ 0 w 60"/>
                <a:gd name="p0y0" fmla="*/ 1260 h 1320"/>
                <a:gd name="p0x1" fmla="*/ 0 w 60"/>
                <a:gd name="p0y1" fmla="*/ 60 h 1320"/>
                <a:gd name="p0x2" fmla="*/ 0 w 60"/>
                <a:gd name="p0y2" fmla="*/ 26 h 1320"/>
                <a:gd name="p0x3" fmla="*/ 26 w 60"/>
                <a:gd name="p0y3" fmla="*/ 0 h 1320"/>
                <a:gd name="p0x4" fmla="*/ 60 w 60"/>
                <a:gd name="p0y4" fmla="*/ 0 h 1320"/>
                <a:gd name="p0x5" fmla="*/ 60 w 60"/>
                <a:gd name="p0y5" fmla="*/ 1260 h 1320"/>
                <a:gd name="p0x6" fmla="*/ 60 w 60"/>
                <a:gd name="p0y6" fmla="*/ 1320 h 1320"/>
                <a:gd name="p0x7" fmla="*/ 26 w 60"/>
                <a:gd name="p0y7" fmla="*/ 1320 h 1320"/>
                <a:gd name="p0x8" fmla="*/ 0 w 60"/>
                <a:gd name="p0y8" fmla="*/ 1293 h 1320"/>
                <a:gd name="p0x9" fmla="*/ 0 w 60"/>
                <a:gd name="p0y9" fmla="*/ 1260 h 132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close/>
                </a:path>
              </a:pathLst>
            </a:custGeom>
            <a:solidFill>
              <a:srgbClr val="A7D9F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9" name="文本框 48"/>
          <p:cNvSpPr txBox="1"/>
          <p:nvPr>
            <p:custDataLst>
              <p:tags r:id="rId41"/>
            </p:custDataLst>
          </p:nvPr>
        </p:nvSpPr>
        <p:spPr>
          <a:xfrm>
            <a:off x="6505575" y="5634038"/>
            <a:ext cx="504825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rgbClr val="1F4A5E"/>
                </a:solidFill>
                <a:latin typeface="微软雅黑" panose="020B0503020204020204" charset="-122"/>
                <a:ea typeface="微软雅黑" panose="020B0503020204020204" charset="-122"/>
              </a:rPr>
              <a:t>双层安全识别机制</a:t>
            </a:r>
            <a:r>
              <a:rPr lang="zh-CN" sz="1500">
                <a:solidFill>
                  <a:srgbClr val="1F4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：模型意图识别前增设危机关键词预检，避免高风险表达被普通业务流程延迟</a:t>
            </a:r>
            <a:r>
              <a:rPr lang="en-US" altLang="zh-CN" sz="1500">
                <a:solidFill>
                  <a:srgbClr val="1F4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lang="zh-CN" altLang="en-US" sz="1500">
                <a:solidFill>
                  <a:srgbClr val="1F4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安全路径</a:t>
            </a:r>
            <a:r>
              <a:rPr sz="1500" b="1">
                <a:solidFill>
                  <a:srgbClr val="1F4A5E"/>
                </a:solidFill>
                <a:latin typeface="微软雅黑" panose="020B0503020204020204" charset="-122"/>
                <a:ea typeface="微软雅黑" panose="020B0503020204020204" charset="-122"/>
              </a:rPr>
              <a:t>绝对优先</a:t>
            </a:r>
            <a:endParaRPr sz="1500" b="1">
              <a:solidFill>
                <a:srgbClr val="1F4A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819150" y="4010025"/>
            <a:ext cx="4667250" cy="22288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任意多边形 2"/>
          <p:cNvSpPr/>
          <p:nvPr>
            <p:custDataLst>
              <p:tags r:id="rId1"/>
            </p:custDataLst>
          </p:nvPr>
        </p:nvSpPr>
        <p:spPr>
          <a:xfrm>
            <a:off x="457200" y="638175"/>
            <a:ext cx="38100" cy="266700"/>
          </a:xfrm>
          <a:custGeom>
            <a:avLst/>
            <a:gdLst>
              <a:gd name="sw" fmla="*/ 1 w 60"/>
              <a:gd name="sh" fmla="*/ 1 h 420"/>
              <a:gd name="mins" fmla="min sw sh"/>
              <a:gd name="dsw" fmla="+- 0 sw mins"/>
              <a:gd name="dsh" fmla="+- 0 sh mins"/>
              <a:gd name="p0x0" fmla="*/ 30 w 60"/>
              <a:gd name="p0y0" fmla="*/ 0 h 420"/>
              <a:gd name="p0x1" fmla="*/ 46 w 60"/>
              <a:gd name="p0y1" fmla="*/ 0 h 420"/>
              <a:gd name="p0x2" fmla="*/ 60 w 60"/>
              <a:gd name="p0y2" fmla="*/ 13 h 420"/>
              <a:gd name="p0x3" fmla="*/ 60 w 60"/>
              <a:gd name="p0y3" fmla="*/ 30 h 420"/>
              <a:gd name="p0x4" fmla="*/ 60 w 60"/>
              <a:gd name="p0y4" fmla="*/ 390 h 420"/>
              <a:gd name="p0x5" fmla="*/ 60 w 60"/>
              <a:gd name="p0y5" fmla="*/ 406 h 420"/>
              <a:gd name="p0x6" fmla="*/ 46 w 60"/>
              <a:gd name="p0y6" fmla="*/ 420 h 420"/>
              <a:gd name="p0x7" fmla="*/ 30 w 60"/>
              <a:gd name="p0y7" fmla="*/ 420 h 420"/>
              <a:gd name="p0x8" fmla="*/ 13 w 60"/>
              <a:gd name="p0y8" fmla="*/ 420 h 420"/>
              <a:gd name="p0x9" fmla="*/ 0 w 60"/>
              <a:gd name="p0y9" fmla="*/ 406 h 420"/>
              <a:gd name="p0x10" fmla="*/ 0 w 60"/>
              <a:gd name="p0y10" fmla="*/ 390 h 420"/>
              <a:gd name="p0x11" fmla="*/ 0 w 60"/>
              <a:gd name="p0y11" fmla="*/ 30 h 420"/>
              <a:gd name="p0x12" fmla="*/ 0 w 60"/>
              <a:gd name="p0y12" fmla="*/ 13 h 420"/>
              <a:gd name="p0x13" fmla="*/ 13 w 60"/>
              <a:gd name="p0y13" fmla="*/ 0 h 420"/>
              <a:gd name="p0x14" fmla="*/ 30 w 60"/>
              <a:gd name="p0y14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5A62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609600" y="509588"/>
            <a:ext cx="3810000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30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9 </a:t>
            </a:r>
            <a:r>
              <a:rPr sz="30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筛查测评与服务导航</a:t>
            </a:r>
            <a:endParaRPr sz="300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457200" y="1071563"/>
            <a:ext cx="4850235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spc="3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</a:rPr>
              <a:t>三套工具均由代码状态机严格控制，</a:t>
            </a:r>
            <a:r>
              <a:rPr sz="1500" b="1" spc="30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</a:rPr>
              <a:t>不依赖模型记忆</a:t>
            </a:r>
            <a:endParaRPr sz="1500" b="1" spc="30">
              <a:solidFill>
                <a:srgbClr val="F5A62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任意多边形 5"/>
          <p:cNvSpPr/>
          <p:nvPr>
            <p:custDataLst>
              <p:tags r:id="rId4"/>
            </p:custDataLst>
          </p:nvPr>
        </p:nvSpPr>
        <p:spPr>
          <a:xfrm>
            <a:off x="461645" y="1547495"/>
            <a:ext cx="5920740" cy="1285875"/>
          </a:xfrm>
          <a:custGeom>
            <a:avLst/>
            <a:gdLst>
              <a:gd name="sw" fmla="*/ 1 w 9324"/>
              <a:gd name="sh" fmla="*/ 1 h 2025"/>
              <a:gd name="mins" fmla="min sw sh"/>
              <a:gd name="dsw" fmla="+- 0 sw mins"/>
              <a:gd name="dsh" fmla="+- 0 sh mins"/>
              <a:gd name="p0x0" fmla="*/ 120 w 9324"/>
              <a:gd name="p0y0" fmla="*/ 0 h 2025"/>
              <a:gd name="p0x1" fmla="*/ 9204 w 9324"/>
              <a:gd name="p0y1" fmla="*/ 0 h 2025"/>
              <a:gd name="p0x2" fmla="*/ 9270 w 9324"/>
              <a:gd name="p0y2" fmla="*/ 0 h 2025"/>
              <a:gd name="p0x3" fmla="*/ 9324 w 9324"/>
              <a:gd name="p0y3" fmla="*/ 53 h 2025"/>
              <a:gd name="p0x4" fmla="*/ 9324 w 9324"/>
              <a:gd name="p0y4" fmla="*/ 120 h 2025"/>
              <a:gd name="p0x5" fmla="*/ 9324 w 9324"/>
              <a:gd name="p0y5" fmla="*/ 1905 h 2025"/>
              <a:gd name="p0x6" fmla="*/ 9324 w 9324"/>
              <a:gd name="p0y6" fmla="*/ 1971 h 2025"/>
              <a:gd name="p0x7" fmla="*/ 9270 w 9324"/>
              <a:gd name="p0y7" fmla="*/ 2025 h 2025"/>
              <a:gd name="p0x8" fmla="*/ 9204 w 9324"/>
              <a:gd name="p0y8" fmla="*/ 2025 h 2025"/>
              <a:gd name="p0x9" fmla="*/ 120 w 9324"/>
              <a:gd name="p0y9" fmla="*/ 2025 h 2025"/>
              <a:gd name="p0x10" fmla="*/ 53 w 9324"/>
              <a:gd name="p0y10" fmla="*/ 2025 h 2025"/>
              <a:gd name="p0x11" fmla="*/ 0 w 9324"/>
              <a:gd name="p0y11" fmla="*/ 1971 h 2025"/>
              <a:gd name="p0x12" fmla="*/ 0 w 9324"/>
              <a:gd name="p0y12" fmla="*/ 1905 h 2025"/>
              <a:gd name="p0x13" fmla="*/ 0 w 9324"/>
              <a:gd name="p0y13" fmla="*/ 120 h 2025"/>
              <a:gd name="p0x14" fmla="*/ 0 w 9324"/>
              <a:gd name="p0y14" fmla="*/ 53 h 2025"/>
              <a:gd name="p0x15" fmla="*/ 53 w 9324"/>
              <a:gd name="p0y15" fmla="*/ 0 h 2025"/>
              <a:gd name="p0x16" fmla="*/ 120 w 9324"/>
              <a:gd name="p0y16" fmla="*/ 0 h 20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EFCF9"/>
          </a:solidFill>
          <a:ln w="9525" cmpd="sng">
            <a:solidFill>
              <a:srgbClr val="F0E8DC"/>
            </a:solidFill>
            <a:prstDash val="solid"/>
          </a:ln>
          <a:effectLst>
            <a:outerShdw blurRad="42863" dist="9525" dir="5399999" algn="ctr" rotWithShape="0">
              <a:srgbClr val="5A3A0A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>
            <p:custDataLst>
              <p:tags r:id="rId5"/>
            </p:custDataLst>
          </p:nvPr>
        </p:nvSpPr>
        <p:spPr>
          <a:xfrm>
            <a:off x="657225" y="1704975"/>
            <a:ext cx="1219200" cy="971550"/>
          </a:xfrm>
          <a:custGeom>
            <a:avLst/>
            <a:gdLst>
              <a:gd name="sw" fmla="*/ 1 w 1920"/>
              <a:gd name="sh" fmla="*/ 1 h 1530"/>
              <a:gd name="mins" fmla="min sw sh"/>
              <a:gd name="dsw" fmla="+- 0 sw mins"/>
              <a:gd name="dsh" fmla="+- 0 sh mins"/>
              <a:gd name="p0x0" fmla="*/ 120 w 1920"/>
              <a:gd name="p0y0" fmla="*/ 0 h 1530"/>
              <a:gd name="p0x1" fmla="*/ 1800 w 1920"/>
              <a:gd name="p0y1" fmla="*/ 0 h 1530"/>
              <a:gd name="p0x2" fmla="*/ 1866 w 1920"/>
              <a:gd name="p0y2" fmla="*/ 0 h 1530"/>
              <a:gd name="p0x3" fmla="*/ 1920 w 1920"/>
              <a:gd name="p0y3" fmla="*/ 53 h 1530"/>
              <a:gd name="p0x4" fmla="*/ 1920 w 1920"/>
              <a:gd name="p0y4" fmla="*/ 120 h 1530"/>
              <a:gd name="p0x5" fmla="*/ 1920 w 1920"/>
              <a:gd name="p0y5" fmla="*/ 1410 h 1530"/>
              <a:gd name="p0x6" fmla="*/ 1920 w 1920"/>
              <a:gd name="p0y6" fmla="*/ 1476 h 1530"/>
              <a:gd name="p0x7" fmla="*/ 1866 w 1920"/>
              <a:gd name="p0y7" fmla="*/ 1530 h 1530"/>
              <a:gd name="p0x8" fmla="*/ 1800 w 1920"/>
              <a:gd name="p0y8" fmla="*/ 1530 h 1530"/>
              <a:gd name="p0x9" fmla="*/ 120 w 1920"/>
              <a:gd name="p0y9" fmla="*/ 1530 h 1530"/>
              <a:gd name="p0x10" fmla="*/ 53 w 1920"/>
              <a:gd name="p0y10" fmla="*/ 1530 h 1530"/>
              <a:gd name="p0x11" fmla="*/ 0 w 1920"/>
              <a:gd name="p0y11" fmla="*/ 1476 h 1530"/>
              <a:gd name="p0x12" fmla="*/ 0 w 1920"/>
              <a:gd name="p0y12" fmla="*/ 1410 h 1530"/>
              <a:gd name="p0x13" fmla="*/ 0 w 1920"/>
              <a:gd name="p0y13" fmla="*/ 120 h 1530"/>
              <a:gd name="p0x14" fmla="*/ 0 w 1920"/>
              <a:gd name="p0y14" fmla="*/ 53 h 1530"/>
              <a:gd name="p0x15" fmla="*/ 53 w 1920"/>
              <a:gd name="p0y15" fmla="*/ 0 h 1530"/>
              <a:gd name="p0x16" fmla="*/ 120 w 1920"/>
              <a:gd name="p0y16" fmla="*/ 0 h 15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E8C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1019327" y="1864042"/>
            <a:ext cx="799805" cy="4200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2400" b="1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r>
              <a:rPr lang="zh-CN" sz="2400" b="1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</a:t>
            </a:r>
            <a:endParaRPr lang="zh-CN" sz="2400" b="1">
              <a:solidFill>
                <a:srgbClr val="5A3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985838" y="2296477"/>
            <a:ext cx="714299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1200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0-21 </a:t>
            </a:r>
            <a:r>
              <a:rPr lang="zh-CN" sz="1200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</a:t>
            </a:r>
            <a:endParaRPr lang="zh-CN" sz="1200">
              <a:solidFill>
                <a:srgbClr val="5A3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2028825" y="1689735"/>
            <a:ext cx="4158634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GAD-7 </a:t>
            </a:r>
            <a:r>
              <a:rPr lang="zh-CN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焦虑筛查</a:t>
            </a:r>
            <a:endParaRPr lang="zh-CN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2028825" y="2052638"/>
            <a:ext cx="4158634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5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r>
              <a:rPr lang="zh-CN" sz="15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</a:t>
            </a:r>
            <a:r>
              <a:rPr lang="zh-CN" sz="15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固定流程，计算</a:t>
            </a:r>
            <a:r>
              <a:rPr lang="en-US" altLang="zh-CN" sz="15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5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0-21</a:t>
            </a:r>
            <a:r>
              <a:rPr lang="zh-CN" altLang="en-US" sz="15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</a:t>
            </a:r>
            <a:r>
              <a:rPr sz="15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</a:rPr>
              <a:t>，输出筛查等级，强调非诊断边界</a:t>
            </a:r>
            <a:endParaRPr sz="1500">
              <a:solidFill>
                <a:srgbClr val="6A5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10"/>
            </p:custDataLst>
          </p:nvPr>
        </p:nvSpPr>
        <p:spPr>
          <a:xfrm>
            <a:off x="461645" y="2995295"/>
            <a:ext cx="5920740" cy="1152525"/>
          </a:xfrm>
          <a:custGeom>
            <a:avLst/>
            <a:gdLst>
              <a:gd name="sw" fmla="*/ 1 w 9324"/>
              <a:gd name="sh" fmla="*/ 1 h 1815"/>
              <a:gd name="mins" fmla="min sw sh"/>
              <a:gd name="dsw" fmla="+- 0 sw mins"/>
              <a:gd name="dsh" fmla="+- 0 sh mins"/>
              <a:gd name="p0x0" fmla="*/ 120 w 9324"/>
              <a:gd name="p0y0" fmla="*/ 0 h 1815"/>
              <a:gd name="p0x1" fmla="*/ 9204 w 9324"/>
              <a:gd name="p0y1" fmla="*/ 0 h 1815"/>
              <a:gd name="p0x2" fmla="*/ 9270 w 9324"/>
              <a:gd name="p0y2" fmla="*/ 0 h 1815"/>
              <a:gd name="p0x3" fmla="*/ 9324 w 9324"/>
              <a:gd name="p0y3" fmla="*/ 53 h 1815"/>
              <a:gd name="p0x4" fmla="*/ 9324 w 9324"/>
              <a:gd name="p0y4" fmla="*/ 120 h 1815"/>
              <a:gd name="p0x5" fmla="*/ 9324 w 9324"/>
              <a:gd name="p0y5" fmla="*/ 1695 h 1815"/>
              <a:gd name="p0x6" fmla="*/ 9324 w 9324"/>
              <a:gd name="p0y6" fmla="*/ 1761 h 1815"/>
              <a:gd name="p0x7" fmla="*/ 9270 w 9324"/>
              <a:gd name="p0y7" fmla="*/ 1815 h 1815"/>
              <a:gd name="p0x8" fmla="*/ 9204 w 9324"/>
              <a:gd name="p0y8" fmla="*/ 1815 h 1815"/>
              <a:gd name="p0x9" fmla="*/ 120 w 9324"/>
              <a:gd name="p0y9" fmla="*/ 1815 h 1815"/>
              <a:gd name="p0x10" fmla="*/ 53 w 9324"/>
              <a:gd name="p0y10" fmla="*/ 1815 h 1815"/>
              <a:gd name="p0x11" fmla="*/ 0 w 9324"/>
              <a:gd name="p0y11" fmla="*/ 1761 h 1815"/>
              <a:gd name="p0x12" fmla="*/ 0 w 9324"/>
              <a:gd name="p0y12" fmla="*/ 1695 h 1815"/>
              <a:gd name="p0x13" fmla="*/ 0 w 9324"/>
              <a:gd name="p0y13" fmla="*/ 120 h 1815"/>
              <a:gd name="p0x14" fmla="*/ 0 w 9324"/>
              <a:gd name="p0y14" fmla="*/ 53 h 1815"/>
              <a:gd name="p0x15" fmla="*/ 53 w 9324"/>
              <a:gd name="p0y15" fmla="*/ 0 h 1815"/>
              <a:gd name="p0x16" fmla="*/ 120 w 9324"/>
              <a:gd name="p0y16" fmla="*/ 0 h 181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EFCF9"/>
          </a:solidFill>
          <a:ln w="9525" cmpd="sng">
            <a:solidFill>
              <a:srgbClr val="F0E8DC"/>
            </a:solidFill>
            <a:prstDash val="solid"/>
          </a:ln>
          <a:effectLst>
            <a:outerShdw blurRad="42863" dist="9525" dir="5399999" algn="ctr" rotWithShape="0">
              <a:srgbClr val="5A3A0A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任意多边形 12"/>
          <p:cNvSpPr/>
          <p:nvPr>
            <p:custDataLst>
              <p:tags r:id="rId11"/>
            </p:custDataLst>
          </p:nvPr>
        </p:nvSpPr>
        <p:spPr>
          <a:xfrm>
            <a:off x="657225" y="3152775"/>
            <a:ext cx="1219200" cy="838200"/>
          </a:xfrm>
          <a:custGeom>
            <a:avLst/>
            <a:gdLst>
              <a:gd name="sw" fmla="*/ 1 w 1920"/>
              <a:gd name="sh" fmla="*/ 1 h 1320"/>
              <a:gd name="mins" fmla="min sw sh"/>
              <a:gd name="dsw" fmla="+- 0 sw mins"/>
              <a:gd name="dsh" fmla="+- 0 sh mins"/>
              <a:gd name="p0x0" fmla="*/ 120 w 1920"/>
              <a:gd name="p0y0" fmla="*/ 0 h 1320"/>
              <a:gd name="p0x1" fmla="*/ 1800 w 1920"/>
              <a:gd name="p0y1" fmla="*/ 0 h 1320"/>
              <a:gd name="p0x2" fmla="*/ 1866 w 1920"/>
              <a:gd name="p0y2" fmla="*/ 0 h 1320"/>
              <a:gd name="p0x3" fmla="*/ 1920 w 1920"/>
              <a:gd name="p0y3" fmla="*/ 53 h 1320"/>
              <a:gd name="p0x4" fmla="*/ 1920 w 1920"/>
              <a:gd name="p0y4" fmla="*/ 120 h 1320"/>
              <a:gd name="p0x5" fmla="*/ 1920 w 1920"/>
              <a:gd name="p0y5" fmla="*/ 1200 h 1320"/>
              <a:gd name="p0x6" fmla="*/ 1920 w 1920"/>
              <a:gd name="p0y6" fmla="*/ 1266 h 1320"/>
              <a:gd name="p0x7" fmla="*/ 1866 w 1920"/>
              <a:gd name="p0y7" fmla="*/ 1320 h 1320"/>
              <a:gd name="p0x8" fmla="*/ 1800 w 1920"/>
              <a:gd name="p0y8" fmla="*/ 1320 h 1320"/>
              <a:gd name="p0x9" fmla="*/ 120 w 1920"/>
              <a:gd name="p0y9" fmla="*/ 1320 h 1320"/>
              <a:gd name="p0x10" fmla="*/ 53 w 1920"/>
              <a:gd name="p0y10" fmla="*/ 1320 h 1320"/>
              <a:gd name="p0x11" fmla="*/ 0 w 1920"/>
              <a:gd name="p0y11" fmla="*/ 1266 h 1320"/>
              <a:gd name="p0x12" fmla="*/ 0 w 1920"/>
              <a:gd name="p0y12" fmla="*/ 1200 h 1320"/>
              <a:gd name="p0x13" fmla="*/ 0 w 1920"/>
              <a:gd name="p0y13" fmla="*/ 120 h 1320"/>
              <a:gd name="p0x14" fmla="*/ 0 w 1920"/>
              <a:gd name="p0y14" fmla="*/ 53 h 1320"/>
              <a:gd name="p0x15" fmla="*/ 53 w 1920"/>
              <a:gd name="p0y15" fmla="*/ 0 h 1320"/>
              <a:gd name="p0x16" fmla="*/ 120 w 1920"/>
              <a:gd name="p0y16" fmla="*/ 0 h 13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E8C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12"/>
            </p:custDataLst>
          </p:nvPr>
        </p:nvSpPr>
        <p:spPr>
          <a:xfrm>
            <a:off x="924220" y="3245167"/>
            <a:ext cx="990009" cy="4200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2400" b="1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</a:t>
            </a:r>
            <a:r>
              <a:rPr lang="zh-CN" sz="2400" b="1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</a:t>
            </a:r>
            <a:endParaRPr lang="zh-CN" sz="2400" b="1">
              <a:solidFill>
                <a:srgbClr val="5A3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3"/>
            </p:custDataLst>
          </p:nvPr>
        </p:nvSpPr>
        <p:spPr>
          <a:xfrm>
            <a:off x="955405" y="3677603"/>
            <a:ext cx="775173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1200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A/B </a:t>
            </a:r>
            <a:r>
              <a:rPr lang="zh-CN" sz="1200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回答</a:t>
            </a:r>
            <a:endParaRPr lang="zh-CN" sz="1200">
              <a:solidFill>
                <a:srgbClr val="5A3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4"/>
            </p:custDataLst>
          </p:nvPr>
        </p:nvSpPr>
        <p:spPr>
          <a:xfrm>
            <a:off x="2028825" y="3223260"/>
            <a:ext cx="4158634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</a:t>
            </a:r>
            <a:r>
              <a:rPr lang="zh-CN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题性格偏好</a:t>
            </a:r>
            <a:endParaRPr lang="zh-CN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5"/>
            </p:custDataLst>
          </p:nvPr>
        </p:nvSpPr>
        <p:spPr>
          <a:xfrm>
            <a:off x="2028825" y="3586163"/>
            <a:ext cx="4526537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逐题接受</a:t>
            </a:r>
            <a:r>
              <a:rPr lang="en-US" altLang="zh-CN" sz="15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A/B</a:t>
            </a:r>
            <a:r>
              <a:rPr lang="zh-CN" altLang="en-US" sz="15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回答，按</a:t>
            </a:r>
            <a:r>
              <a:rPr sz="15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四个交错维度</a:t>
            </a:r>
            <a:r>
              <a:rPr sz="15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</a:rPr>
              <a:t>计算偏好类型</a:t>
            </a:r>
            <a:endParaRPr sz="1500">
              <a:solidFill>
                <a:srgbClr val="6A5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任意多边形 17"/>
          <p:cNvSpPr/>
          <p:nvPr>
            <p:custDataLst>
              <p:tags r:id="rId16"/>
            </p:custDataLst>
          </p:nvPr>
        </p:nvSpPr>
        <p:spPr>
          <a:xfrm>
            <a:off x="461645" y="4309745"/>
            <a:ext cx="5920740" cy="1285875"/>
          </a:xfrm>
          <a:custGeom>
            <a:avLst/>
            <a:gdLst>
              <a:gd name="sw" fmla="*/ 1 w 9324"/>
              <a:gd name="sh" fmla="*/ 1 h 2025"/>
              <a:gd name="mins" fmla="min sw sh"/>
              <a:gd name="dsw" fmla="+- 0 sw mins"/>
              <a:gd name="dsh" fmla="+- 0 sh mins"/>
              <a:gd name="p0x0" fmla="*/ 120 w 9324"/>
              <a:gd name="p0y0" fmla="*/ 0 h 2025"/>
              <a:gd name="p0x1" fmla="*/ 9204 w 9324"/>
              <a:gd name="p0y1" fmla="*/ 0 h 2025"/>
              <a:gd name="p0x2" fmla="*/ 9270 w 9324"/>
              <a:gd name="p0y2" fmla="*/ 0 h 2025"/>
              <a:gd name="p0x3" fmla="*/ 9324 w 9324"/>
              <a:gd name="p0y3" fmla="*/ 53 h 2025"/>
              <a:gd name="p0x4" fmla="*/ 9324 w 9324"/>
              <a:gd name="p0y4" fmla="*/ 120 h 2025"/>
              <a:gd name="p0x5" fmla="*/ 9324 w 9324"/>
              <a:gd name="p0y5" fmla="*/ 1905 h 2025"/>
              <a:gd name="p0x6" fmla="*/ 9324 w 9324"/>
              <a:gd name="p0y6" fmla="*/ 1971 h 2025"/>
              <a:gd name="p0x7" fmla="*/ 9270 w 9324"/>
              <a:gd name="p0y7" fmla="*/ 2025 h 2025"/>
              <a:gd name="p0x8" fmla="*/ 9204 w 9324"/>
              <a:gd name="p0y8" fmla="*/ 2025 h 2025"/>
              <a:gd name="p0x9" fmla="*/ 120 w 9324"/>
              <a:gd name="p0y9" fmla="*/ 2025 h 2025"/>
              <a:gd name="p0x10" fmla="*/ 53 w 9324"/>
              <a:gd name="p0y10" fmla="*/ 2025 h 2025"/>
              <a:gd name="p0x11" fmla="*/ 0 w 9324"/>
              <a:gd name="p0y11" fmla="*/ 1971 h 2025"/>
              <a:gd name="p0x12" fmla="*/ 0 w 9324"/>
              <a:gd name="p0y12" fmla="*/ 1905 h 2025"/>
              <a:gd name="p0x13" fmla="*/ 0 w 9324"/>
              <a:gd name="p0y13" fmla="*/ 120 h 2025"/>
              <a:gd name="p0x14" fmla="*/ 0 w 9324"/>
              <a:gd name="p0y14" fmla="*/ 53 h 2025"/>
              <a:gd name="p0x15" fmla="*/ 53 w 9324"/>
              <a:gd name="p0y15" fmla="*/ 0 h 2025"/>
              <a:gd name="p0x16" fmla="*/ 120 w 9324"/>
              <a:gd name="p0y16" fmla="*/ 0 h 20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EFCF9"/>
          </a:solidFill>
          <a:ln w="9525" cmpd="sng">
            <a:solidFill>
              <a:srgbClr val="F0E8DC"/>
            </a:solidFill>
            <a:prstDash val="solid"/>
          </a:ln>
          <a:effectLst>
            <a:outerShdw blurRad="42863" dist="9525" dir="5399999" algn="ctr" rotWithShape="0">
              <a:srgbClr val="5A3A0A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任意多边形 18"/>
          <p:cNvSpPr/>
          <p:nvPr>
            <p:custDataLst>
              <p:tags r:id="rId17"/>
            </p:custDataLst>
          </p:nvPr>
        </p:nvSpPr>
        <p:spPr>
          <a:xfrm>
            <a:off x="657225" y="4467225"/>
            <a:ext cx="1219200" cy="971550"/>
          </a:xfrm>
          <a:custGeom>
            <a:avLst/>
            <a:gdLst>
              <a:gd name="sw" fmla="*/ 1 w 1920"/>
              <a:gd name="sh" fmla="*/ 1 h 1530"/>
              <a:gd name="mins" fmla="min sw sh"/>
              <a:gd name="dsw" fmla="+- 0 sw mins"/>
              <a:gd name="dsh" fmla="+- 0 sh mins"/>
              <a:gd name="p0x0" fmla="*/ 120 w 1920"/>
              <a:gd name="p0y0" fmla="*/ 0 h 1530"/>
              <a:gd name="p0x1" fmla="*/ 1800 w 1920"/>
              <a:gd name="p0y1" fmla="*/ 0 h 1530"/>
              <a:gd name="p0x2" fmla="*/ 1866 w 1920"/>
              <a:gd name="p0y2" fmla="*/ 0 h 1530"/>
              <a:gd name="p0x3" fmla="*/ 1920 w 1920"/>
              <a:gd name="p0y3" fmla="*/ 53 h 1530"/>
              <a:gd name="p0x4" fmla="*/ 1920 w 1920"/>
              <a:gd name="p0y4" fmla="*/ 120 h 1530"/>
              <a:gd name="p0x5" fmla="*/ 1920 w 1920"/>
              <a:gd name="p0y5" fmla="*/ 1410 h 1530"/>
              <a:gd name="p0x6" fmla="*/ 1920 w 1920"/>
              <a:gd name="p0y6" fmla="*/ 1476 h 1530"/>
              <a:gd name="p0x7" fmla="*/ 1866 w 1920"/>
              <a:gd name="p0y7" fmla="*/ 1530 h 1530"/>
              <a:gd name="p0x8" fmla="*/ 1800 w 1920"/>
              <a:gd name="p0y8" fmla="*/ 1530 h 1530"/>
              <a:gd name="p0x9" fmla="*/ 120 w 1920"/>
              <a:gd name="p0y9" fmla="*/ 1530 h 1530"/>
              <a:gd name="p0x10" fmla="*/ 53 w 1920"/>
              <a:gd name="p0y10" fmla="*/ 1530 h 1530"/>
              <a:gd name="p0x11" fmla="*/ 0 w 1920"/>
              <a:gd name="p0y11" fmla="*/ 1476 h 1530"/>
              <a:gd name="p0x12" fmla="*/ 0 w 1920"/>
              <a:gd name="p0y12" fmla="*/ 1410 h 1530"/>
              <a:gd name="p0x13" fmla="*/ 0 w 1920"/>
              <a:gd name="p0y13" fmla="*/ 120 h 1530"/>
              <a:gd name="p0x14" fmla="*/ 0 w 1920"/>
              <a:gd name="p0y14" fmla="*/ 53 h 1530"/>
              <a:gd name="p0x15" fmla="*/ 53 w 1920"/>
              <a:gd name="p0y15" fmla="*/ 0 h 1530"/>
              <a:gd name="p0x16" fmla="*/ 120 w 1920"/>
              <a:gd name="p0y16" fmla="*/ 0 h 15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E8C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18"/>
            </p:custDataLst>
          </p:nvPr>
        </p:nvSpPr>
        <p:spPr>
          <a:xfrm>
            <a:off x="1019327" y="4626292"/>
            <a:ext cx="799805" cy="4200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2400" b="1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sz="2400" b="1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</a:t>
            </a:r>
            <a:endParaRPr lang="zh-CN" sz="2400" b="1">
              <a:solidFill>
                <a:srgbClr val="5A3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19"/>
            </p:custDataLst>
          </p:nvPr>
        </p:nvSpPr>
        <p:spPr>
          <a:xfrm>
            <a:off x="909638" y="5058728"/>
            <a:ext cx="866699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1200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0-10 </a:t>
            </a:r>
            <a:r>
              <a:rPr lang="zh-CN" sz="1200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温度</a:t>
            </a:r>
            <a:endParaRPr lang="zh-CN" sz="1200">
              <a:solidFill>
                <a:srgbClr val="5A3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20"/>
            </p:custDataLst>
          </p:nvPr>
        </p:nvSpPr>
        <p:spPr>
          <a:xfrm>
            <a:off x="2028825" y="4451985"/>
            <a:ext cx="4158634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题心情打卡</a:t>
            </a:r>
            <a:endParaRPr lang="zh-CN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1"/>
            </p:custDataLst>
          </p:nvPr>
        </p:nvSpPr>
        <p:spPr>
          <a:xfrm>
            <a:off x="2028825" y="4814888"/>
            <a:ext cx="4158634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</a:t>
            </a:r>
            <a:r>
              <a:rPr lang="en-US" altLang="zh-CN" sz="15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0-10</a:t>
            </a:r>
            <a:r>
              <a:rPr lang="en-US" sz="15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情绪温度、在意事项与积极小事，完成后累计次数</a:t>
            </a:r>
            <a:endParaRPr lang="zh-CN" altLang="en-US" sz="1500">
              <a:solidFill>
                <a:srgbClr val="6A5A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22"/>
            </p:custDataLst>
          </p:nvPr>
        </p:nvSpPr>
        <p:spPr>
          <a:xfrm>
            <a:off x="6582410" y="1547495"/>
            <a:ext cx="5147310" cy="1924050"/>
          </a:xfrm>
          <a:custGeom>
            <a:avLst/>
            <a:gdLst>
              <a:gd name="sw" fmla="*/ 1 w 8105"/>
              <a:gd name="sh" fmla="*/ 1 h 3030"/>
              <a:gd name="mins" fmla="min sw sh"/>
              <a:gd name="dsw" fmla="+- 0 sw mins"/>
              <a:gd name="dsh" fmla="+- 0 sh mins"/>
              <a:gd name="p0x0" fmla="*/ 120 w 8105"/>
              <a:gd name="p0y0" fmla="*/ 0 h 3030"/>
              <a:gd name="p0x1" fmla="*/ 7985 w 8105"/>
              <a:gd name="p0y1" fmla="*/ 0 h 3030"/>
              <a:gd name="p0x2" fmla="*/ 8052 w 8105"/>
              <a:gd name="p0y2" fmla="*/ 0 h 3030"/>
              <a:gd name="p0x3" fmla="*/ 8105 w 8105"/>
              <a:gd name="p0y3" fmla="*/ 53 h 3030"/>
              <a:gd name="p0x4" fmla="*/ 8105 w 8105"/>
              <a:gd name="p0y4" fmla="*/ 120 h 3030"/>
              <a:gd name="p0x5" fmla="*/ 8105 w 8105"/>
              <a:gd name="p0y5" fmla="*/ 2910 h 3030"/>
              <a:gd name="p0x6" fmla="*/ 8105 w 8105"/>
              <a:gd name="p0y6" fmla="*/ 2976 h 3030"/>
              <a:gd name="p0x7" fmla="*/ 8052 w 8105"/>
              <a:gd name="p0y7" fmla="*/ 3030 h 3030"/>
              <a:gd name="p0x8" fmla="*/ 7985 w 8105"/>
              <a:gd name="p0y8" fmla="*/ 3030 h 3030"/>
              <a:gd name="p0x9" fmla="*/ 120 w 8105"/>
              <a:gd name="p0y9" fmla="*/ 3030 h 3030"/>
              <a:gd name="p0x10" fmla="*/ 53 w 8105"/>
              <a:gd name="p0y10" fmla="*/ 3030 h 3030"/>
              <a:gd name="p0x11" fmla="*/ 0 w 8105"/>
              <a:gd name="p0y11" fmla="*/ 2976 h 3030"/>
              <a:gd name="p0x12" fmla="*/ 0 w 8105"/>
              <a:gd name="p0y12" fmla="*/ 2910 h 3030"/>
              <a:gd name="p0x13" fmla="*/ 0 w 8105"/>
              <a:gd name="p0y13" fmla="*/ 120 h 3030"/>
              <a:gd name="p0x14" fmla="*/ 0 w 8105"/>
              <a:gd name="p0y14" fmla="*/ 53 h 3030"/>
              <a:gd name="p0x15" fmla="*/ 53 w 8105"/>
              <a:gd name="p0y15" fmla="*/ 0 h 3030"/>
              <a:gd name="p0x16" fmla="*/ 120 w 8105"/>
              <a:gd name="p0y16" fmla="*/ 0 h 30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EFCF9"/>
          </a:solidFill>
          <a:ln w="9525" cmpd="sng">
            <a:solidFill>
              <a:srgbClr val="F0E8DC"/>
            </a:solidFill>
            <a:prstDash val="solid"/>
          </a:ln>
          <a:effectLst>
            <a:outerShdw blurRad="42863" dist="9525" dir="5399999" algn="ctr" rotWithShape="0">
              <a:srgbClr val="5A3A0A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任意多边形 24"/>
          <p:cNvSpPr/>
          <p:nvPr>
            <p:custDataLst>
              <p:tags r:id="rId23"/>
            </p:custDataLst>
          </p:nvPr>
        </p:nvSpPr>
        <p:spPr>
          <a:xfrm>
            <a:off x="6777990" y="172085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9EEF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6" name="图片 25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863715" y="1806575"/>
            <a:ext cx="247650" cy="247650"/>
          </a:xfrm>
          <a:prstGeom prst="rect">
            <a:avLst/>
          </a:prstGeom>
          <a:noFill/>
        </p:spPr>
      </p:pic>
      <p:sp>
        <p:nvSpPr>
          <p:cNvPr id="28" name="文本框 27"/>
          <p:cNvSpPr txBox="1"/>
          <p:nvPr>
            <p:custDataLst>
              <p:tags r:id="rId27"/>
            </p:custDataLst>
          </p:nvPr>
        </p:nvSpPr>
        <p:spPr>
          <a:xfrm>
            <a:off x="7311409" y="1772631"/>
            <a:ext cx="20574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校园心理服务导航</a:t>
            </a:r>
            <a:endParaRPr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任意多边形 28"/>
          <p:cNvSpPr/>
          <p:nvPr>
            <p:custDataLst>
              <p:tags r:id="rId28"/>
            </p:custDataLst>
          </p:nvPr>
        </p:nvSpPr>
        <p:spPr>
          <a:xfrm>
            <a:off x="6777990" y="2254250"/>
            <a:ext cx="533400" cy="320040"/>
          </a:xfrm>
          <a:custGeom>
            <a:avLst/>
            <a:gdLst>
              <a:gd name="sw" fmla="*/ 1 w 840"/>
              <a:gd name="sh" fmla="*/ 1 h 503"/>
              <a:gd name="mins" fmla="min sw sh"/>
              <a:gd name="dsw" fmla="+- 0 sw mins"/>
              <a:gd name="dsh" fmla="+- 0 sh mins"/>
              <a:gd name="p0x0" fmla="*/ 251 w 840"/>
              <a:gd name="p0y0" fmla="*/ 0 h 503"/>
              <a:gd name="p0x1" fmla="*/ 588 w 840"/>
              <a:gd name="p0y1" fmla="*/ 0 h 503"/>
              <a:gd name="p0x2" fmla="*/ 727 w 840"/>
              <a:gd name="p0y2" fmla="*/ 0 h 503"/>
              <a:gd name="p0x3" fmla="*/ 840 w 840"/>
              <a:gd name="p0y3" fmla="*/ 112 h 503"/>
              <a:gd name="p0x4" fmla="*/ 840 w 840"/>
              <a:gd name="p0y4" fmla="*/ 251 h 503"/>
              <a:gd name="p0x5" fmla="*/ 840 w 840"/>
              <a:gd name="p0y5" fmla="*/ 391 h 503"/>
              <a:gd name="p0x6" fmla="*/ 727 w 840"/>
              <a:gd name="p0y6" fmla="*/ 503 h 503"/>
              <a:gd name="p0x7" fmla="*/ 588 w 840"/>
              <a:gd name="p0y7" fmla="*/ 503 h 503"/>
              <a:gd name="p0x8" fmla="*/ 251 w 840"/>
              <a:gd name="p0y8" fmla="*/ 503 h 503"/>
              <a:gd name="p0x9" fmla="*/ 112 w 840"/>
              <a:gd name="p0y9" fmla="*/ 503 h 503"/>
              <a:gd name="p0x10" fmla="*/ 0 w 840"/>
              <a:gd name="p0y10" fmla="*/ 391 h 503"/>
              <a:gd name="p0x11" fmla="*/ 0 w 840"/>
              <a:gd name="p0y11" fmla="*/ 251 h 503"/>
              <a:gd name="p0x12" fmla="*/ 0 w 840"/>
              <a:gd name="p0y12" fmla="*/ 112 h 503"/>
              <a:gd name="p0x13" fmla="*/ 112 w 840"/>
              <a:gd name="p0y13" fmla="*/ 0 h 503"/>
              <a:gd name="p0x14" fmla="*/ 251 w 840"/>
              <a:gd name="p0y14" fmla="*/ 0 h 50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DE8C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>
            <p:custDataLst>
              <p:tags r:id="rId29"/>
            </p:custDataLst>
          </p:nvPr>
        </p:nvSpPr>
        <p:spPr>
          <a:xfrm>
            <a:off x="6892309" y="2281266"/>
            <a:ext cx="457276" cy="26098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33000"/>
              </a:lnSpc>
            </a:pPr>
            <a:r>
              <a:rPr sz="1200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</a:rPr>
              <a:t>预约</a:t>
            </a:r>
            <a:endParaRPr sz="1200">
              <a:solidFill>
                <a:srgbClr val="5A3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任意多边形 30"/>
          <p:cNvSpPr/>
          <p:nvPr>
            <p:custDataLst>
              <p:tags r:id="rId30"/>
            </p:custDataLst>
          </p:nvPr>
        </p:nvSpPr>
        <p:spPr>
          <a:xfrm>
            <a:off x="7387590" y="2254250"/>
            <a:ext cx="533400" cy="320040"/>
          </a:xfrm>
          <a:custGeom>
            <a:avLst/>
            <a:gdLst>
              <a:gd name="sw" fmla="*/ 1 w 840"/>
              <a:gd name="sh" fmla="*/ 1 h 503"/>
              <a:gd name="mins" fmla="min sw sh"/>
              <a:gd name="dsw" fmla="+- 0 sw mins"/>
              <a:gd name="dsh" fmla="+- 0 sh mins"/>
              <a:gd name="p0x0" fmla="*/ 251 w 840"/>
              <a:gd name="p0y0" fmla="*/ 0 h 503"/>
              <a:gd name="p0x1" fmla="*/ 588 w 840"/>
              <a:gd name="p0y1" fmla="*/ 0 h 503"/>
              <a:gd name="p0x2" fmla="*/ 727 w 840"/>
              <a:gd name="p0y2" fmla="*/ 0 h 503"/>
              <a:gd name="p0x3" fmla="*/ 840 w 840"/>
              <a:gd name="p0y3" fmla="*/ 112 h 503"/>
              <a:gd name="p0x4" fmla="*/ 840 w 840"/>
              <a:gd name="p0y4" fmla="*/ 251 h 503"/>
              <a:gd name="p0x5" fmla="*/ 840 w 840"/>
              <a:gd name="p0y5" fmla="*/ 391 h 503"/>
              <a:gd name="p0x6" fmla="*/ 727 w 840"/>
              <a:gd name="p0y6" fmla="*/ 503 h 503"/>
              <a:gd name="p0x7" fmla="*/ 588 w 840"/>
              <a:gd name="p0y7" fmla="*/ 503 h 503"/>
              <a:gd name="p0x8" fmla="*/ 251 w 840"/>
              <a:gd name="p0y8" fmla="*/ 503 h 503"/>
              <a:gd name="p0x9" fmla="*/ 112 w 840"/>
              <a:gd name="p0y9" fmla="*/ 503 h 503"/>
              <a:gd name="p0x10" fmla="*/ 0 w 840"/>
              <a:gd name="p0y10" fmla="*/ 391 h 503"/>
              <a:gd name="p0x11" fmla="*/ 0 w 840"/>
              <a:gd name="p0y11" fmla="*/ 251 h 503"/>
              <a:gd name="p0x12" fmla="*/ 0 w 840"/>
              <a:gd name="p0y12" fmla="*/ 112 h 503"/>
              <a:gd name="p0x13" fmla="*/ 112 w 840"/>
              <a:gd name="p0y13" fmla="*/ 0 h 503"/>
              <a:gd name="p0x14" fmla="*/ 251 w 840"/>
              <a:gd name="p0y14" fmla="*/ 0 h 50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DE8C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>
            <p:custDataLst>
              <p:tags r:id="rId31"/>
            </p:custDataLst>
          </p:nvPr>
        </p:nvSpPr>
        <p:spPr>
          <a:xfrm>
            <a:off x="7501985" y="2281266"/>
            <a:ext cx="457276" cy="26098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33000"/>
              </a:lnSpc>
            </a:pPr>
            <a:r>
              <a:rPr sz="1200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</a:rPr>
              <a:t>电话</a:t>
            </a:r>
            <a:endParaRPr sz="1200">
              <a:solidFill>
                <a:srgbClr val="5A3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任意多边形 32"/>
          <p:cNvSpPr/>
          <p:nvPr>
            <p:custDataLst>
              <p:tags r:id="rId32"/>
            </p:custDataLst>
          </p:nvPr>
        </p:nvSpPr>
        <p:spPr>
          <a:xfrm>
            <a:off x="7997190" y="2254250"/>
            <a:ext cx="533400" cy="320040"/>
          </a:xfrm>
          <a:custGeom>
            <a:avLst/>
            <a:gdLst>
              <a:gd name="sw" fmla="*/ 1 w 840"/>
              <a:gd name="sh" fmla="*/ 1 h 503"/>
              <a:gd name="mins" fmla="min sw sh"/>
              <a:gd name="dsw" fmla="+- 0 sw mins"/>
              <a:gd name="dsh" fmla="+- 0 sh mins"/>
              <a:gd name="p0x0" fmla="*/ 251 w 840"/>
              <a:gd name="p0y0" fmla="*/ 0 h 503"/>
              <a:gd name="p0x1" fmla="*/ 588 w 840"/>
              <a:gd name="p0y1" fmla="*/ 0 h 503"/>
              <a:gd name="p0x2" fmla="*/ 727 w 840"/>
              <a:gd name="p0y2" fmla="*/ 0 h 503"/>
              <a:gd name="p0x3" fmla="*/ 840 w 840"/>
              <a:gd name="p0y3" fmla="*/ 112 h 503"/>
              <a:gd name="p0x4" fmla="*/ 840 w 840"/>
              <a:gd name="p0y4" fmla="*/ 251 h 503"/>
              <a:gd name="p0x5" fmla="*/ 840 w 840"/>
              <a:gd name="p0y5" fmla="*/ 391 h 503"/>
              <a:gd name="p0x6" fmla="*/ 727 w 840"/>
              <a:gd name="p0y6" fmla="*/ 503 h 503"/>
              <a:gd name="p0x7" fmla="*/ 588 w 840"/>
              <a:gd name="p0y7" fmla="*/ 503 h 503"/>
              <a:gd name="p0x8" fmla="*/ 251 w 840"/>
              <a:gd name="p0y8" fmla="*/ 503 h 503"/>
              <a:gd name="p0x9" fmla="*/ 112 w 840"/>
              <a:gd name="p0y9" fmla="*/ 503 h 503"/>
              <a:gd name="p0x10" fmla="*/ 0 w 840"/>
              <a:gd name="p0y10" fmla="*/ 391 h 503"/>
              <a:gd name="p0x11" fmla="*/ 0 w 840"/>
              <a:gd name="p0y11" fmla="*/ 251 h 503"/>
              <a:gd name="p0x12" fmla="*/ 0 w 840"/>
              <a:gd name="p0y12" fmla="*/ 112 h 503"/>
              <a:gd name="p0x13" fmla="*/ 112 w 840"/>
              <a:gd name="p0y13" fmla="*/ 0 h 503"/>
              <a:gd name="p0x14" fmla="*/ 251 w 840"/>
              <a:gd name="p0y14" fmla="*/ 0 h 50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DE8C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>
            <p:custDataLst>
              <p:tags r:id="rId33"/>
            </p:custDataLst>
          </p:nvPr>
        </p:nvSpPr>
        <p:spPr>
          <a:xfrm>
            <a:off x="8111661" y="2281266"/>
            <a:ext cx="457276" cy="26098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33000"/>
              </a:lnSpc>
            </a:pPr>
            <a:r>
              <a:rPr sz="1200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</a:rPr>
              <a:t>地址</a:t>
            </a:r>
            <a:endParaRPr sz="1200">
              <a:solidFill>
                <a:srgbClr val="5A3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任意多边形 34"/>
          <p:cNvSpPr/>
          <p:nvPr>
            <p:custDataLst>
              <p:tags r:id="rId34"/>
            </p:custDataLst>
          </p:nvPr>
        </p:nvSpPr>
        <p:spPr>
          <a:xfrm>
            <a:off x="8606790" y="2254250"/>
            <a:ext cx="838200" cy="320040"/>
          </a:xfrm>
          <a:custGeom>
            <a:avLst/>
            <a:gdLst>
              <a:gd name="sw" fmla="*/ 1 w 1320"/>
              <a:gd name="sh" fmla="*/ 1 h 503"/>
              <a:gd name="mins" fmla="min sw sh"/>
              <a:gd name="dsw" fmla="+- 0 sw mins"/>
              <a:gd name="dsh" fmla="+- 0 sh mins"/>
              <a:gd name="p0x0" fmla="*/ 251 w 1320"/>
              <a:gd name="p0y0" fmla="*/ 0 h 503"/>
              <a:gd name="p0x1" fmla="*/ 1068 w 1320"/>
              <a:gd name="p0y1" fmla="*/ 0 h 503"/>
              <a:gd name="p0x2" fmla="*/ 1207 w 1320"/>
              <a:gd name="p0y2" fmla="*/ 0 h 503"/>
              <a:gd name="p0x3" fmla="*/ 1320 w 1320"/>
              <a:gd name="p0y3" fmla="*/ 112 h 503"/>
              <a:gd name="p0x4" fmla="*/ 1320 w 1320"/>
              <a:gd name="p0y4" fmla="*/ 251 h 503"/>
              <a:gd name="p0x5" fmla="*/ 1320 w 1320"/>
              <a:gd name="p0y5" fmla="*/ 391 h 503"/>
              <a:gd name="p0x6" fmla="*/ 1207 w 1320"/>
              <a:gd name="p0y6" fmla="*/ 503 h 503"/>
              <a:gd name="p0x7" fmla="*/ 1068 w 1320"/>
              <a:gd name="p0y7" fmla="*/ 503 h 503"/>
              <a:gd name="p0x8" fmla="*/ 251 w 1320"/>
              <a:gd name="p0y8" fmla="*/ 503 h 503"/>
              <a:gd name="p0x9" fmla="*/ 112 w 1320"/>
              <a:gd name="p0y9" fmla="*/ 503 h 503"/>
              <a:gd name="p0x10" fmla="*/ 0 w 1320"/>
              <a:gd name="p0y10" fmla="*/ 391 h 503"/>
              <a:gd name="p0x11" fmla="*/ 0 w 1320"/>
              <a:gd name="p0y11" fmla="*/ 251 h 503"/>
              <a:gd name="p0x12" fmla="*/ 0 w 1320"/>
              <a:gd name="p0y12" fmla="*/ 112 h 503"/>
              <a:gd name="p0x13" fmla="*/ 112 w 1320"/>
              <a:gd name="p0y13" fmla="*/ 0 h 503"/>
              <a:gd name="p0x14" fmla="*/ 251 w 1320"/>
              <a:gd name="p0y14" fmla="*/ 0 h 50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DE8C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>
            <p:custDataLst>
              <p:tags r:id="rId35"/>
            </p:custDataLst>
          </p:nvPr>
        </p:nvSpPr>
        <p:spPr>
          <a:xfrm>
            <a:off x="8721328" y="2281266"/>
            <a:ext cx="762076" cy="26098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33000"/>
              </a:lnSpc>
            </a:pPr>
            <a:r>
              <a:rPr sz="1200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</a:rPr>
              <a:t>开放时间</a:t>
            </a:r>
            <a:endParaRPr sz="1200">
              <a:solidFill>
                <a:srgbClr val="5A3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36"/>
            </p:custDataLst>
          </p:nvPr>
        </p:nvSpPr>
        <p:spPr>
          <a:xfrm>
            <a:off x="6778009" y="2674591"/>
            <a:ext cx="4756766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</a:rPr>
              <a:t>回答</a:t>
            </a:r>
            <a:r>
              <a:rPr sz="15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预约、电话、地址、开放时间</a:t>
            </a:r>
            <a:r>
              <a:rPr sz="15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</a:rPr>
              <a:t>等高频问题，从知识库检索给出简洁导航</a:t>
            </a:r>
            <a:endParaRPr sz="1500">
              <a:solidFill>
                <a:srgbClr val="6A5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任意多边形 37"/>
          <p:cNvSpPr/>
          <p:nvPr>
            <p:custDataLst>
              <p:tags r:id="rId37"/>
            </p:custDataLst>
          </p:nvPr>
        </p:nvSpPr>
        <p:spPr>
          <a:xfrm>
            <a:off x="6582410" y="3633470"/>
            <a:ext cx="5147310" cy="1924050"/>
          </a:xfrm>
          <a:custGeom>
            <a:avLst/>
            <a:gdLst>
              <a:gd name="sw" fmla="*/ 1 w 8105"/>
              <a:gd name="sh" fmla="*/ 1 h 3030"/>
              <a:gd name="mins" fmla="min sw sh"/>
              <a:gd name="dsw" fmla="+- 0 sw mins"/>
              <a:gd name="dsh" fmla="+- 0 sh mins"/>
              <a:gd name="p0x0" fmla="*/ 120 w 8105"/>
              <a:gd name="p0y0" fmla="*/ 0 h 3030"/>
              <a:gd name="p0x1" fmla="*/ 7985 w 8105"/>
              <a:gd name="p0y1" fmla="*/ 0 h 3030"/>
              <a:gd name="p0x2" fmla="*/ 8052 w 8105"/>
              <a:gd name="p0y2" fmla="*/ 0 h 3030"/>
              <a:gd name="p0x3" fmla="*/ 8105 w 8105"/>
              <a:gd name="p0y3" fmla="*/ 53 h 3030"/>
              <a:gd name="p0x4" fmla="*/ 8105 w 8105"/>
              <a:gd name="p0y4" fmla="*/ 120 h 3030"/>
              <a:gd name="p0x5" fmla="*/ 8105 w 8105"/>
              <a:gd name="p0y5" fmla="*/ 2910 h 3030"/>
              <a:gd name="p0x6" fmla="*/ 8105 w 8105"/>
              <a:gd name="p0y6" fmla="*/ 2976 h 3030"/>
              <a:gd name="p0x7" fmla="*/ 8052 w 8105"/>
              <a:gd name="p0y7" fmla="*/ 3030 h 3030"/>
              <a:gd name="p0x8" fmla="*/ 7985 w 8105"/>
              <a:gd name="p0y8" fmla="*/ 3030 h 3030"/>
              <a:gd name="p0x9" fmla="*/ 120 w 8105"/>
              <a:gd name="p0y9" fmla="*/ 3030 h 3030"/>
              <a:gd name="p0x10" fmla="*/ 53 w 8105"/>
              <a:gd name="p0y10" fmla="*/ 3030 h 3030"/>
              <a:gd name="p0x11" fmla="*/ 0 w 8105"/>
              <a:gd name="p0y11" fmla="*/ 2976 h 3030"/>
              <a:gd name="p0x12" fmla="*/ 0 w 8105"/>
              <a:gd name="p0y12" fmla="*/ 2910 h 3030"/>
              <a:gd name="p0x13" fmla="*/ 0 w 8105"/>
              <a:gd name="p0y13" fmla="*/ 120 h 3030"/>
              <a:gd name="p0x14" fmla="*/ 0 w 8105"/>
              <a:gd name="p0y14" fmla="*/ 53 h 3030"/>
              <a:gd name="p0x15" fmla="*/ 53 w 8105"/>
              <a:gd name="p0y15" fmla="*/ 0 h 3030"/>
              <a:gd name="p0x16" fmla="*/ 120 w 8105"/>
              <a:gd name="p0y16" fmla="*/ 0 h 30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EFCF9"/>
          </a:solidFill>
          <a:ln w="9525" cmpd="sng">
            <a:solidFill>
              <a:srgbClr val="F0E8DC"/>
            </a:solidFill>
            <a:prstDash val="solid"/>
          </a:ln>
          <a:effectLst>
            <a:outerShdw blurRad="42863" dist="9525" dir="5399999" algn="ctr" rotWithShape="0">
              <a:srgbClr val="5A3A0A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任意多边形 38"/>
          <p:cNvSpPr/>
          <p:nvPr>
            <p:custDataLst>
              <p:tags r:id="rId38"/>
            </p:custDataLst>
          </p:nvPr>
        </p:nvSpPr>
        <p:spPr>
          <a:xfrm>
            <a:off x="6777990" y="38068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9EEF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0" name="图片 39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6863715" y="3892550"/>
            <a:ext cx="247650" cy="247650"/>
          </a:xfrm>
          <a:prstGeom prst="rect">
            <a:avLst/>
          </a:prstGeom>
          <a:noFill/>
        </p:spPr>
      </p:pic>
      <p:sp>
        <p:nvSpPr>
          <p:cNvPr id="42" name="文本框 41"/>
          <p:cNvSpPr txBox="1"/>
          <p:nvPr>
            <p:custDataLst>
              <p:tags r:id="rId42"/>
            </p:custDataLst>
          </p:nvPr>
        </p:nvSpPr>
        <p:spPr>
          <a:xfrm>
            <a:off x="7311409" y="3858606"/>
            <a:ext cx="20574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心理老师方向匹配</a:t>
            </a:r>
            <a:endParaRPr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任意多边形 42"/>
          <p:cNvSpPr/>
          <p:nvPr>
            <p:custDataLst>
              <p:tags r:id="rId43"/>
            </p:custDataLst>
          </p:nvPr>
        </p:nvSpPr>
        <p:spPr>
          <a:xfrm>
            <a:off x="6777990" y="4340225"/>
            <a:ext cx="533400" cy="320040"/>
          </a:xfrm>
          <a:custGeom>
            <a:avLst/>
            <a:gdLst>
              <a:gd name="sw" fmla="*/ 1 w 840"/>
              <a:gd name="sh" fmla="*/ 1 h 503"/>
              <a:gd name="mins" fmla="min sw sh"/>
              <a:gd name="dsw" fmla="+- 0 sw mins"/>
              <a:gd name="dsh" fmla="+- 0 sh mins"/>
              <a:gd name="p0x0" fmla="*/ 251 w 840"/>
              <a:gd name="p0y0" fmla="*/ 0 h 503"/>
              <a:gd name="p0x1" fmla="*/ 588 w 840"/>
              <a:gd name="p0y1" fmla="*/ 0 h 503"/>
              <a:gd name="p0x2" fmla="*/ 727 w 840"/>
              <a:gd name="p0y2" fmla="*/ 0 h 503"/>
              <a:gd name="p0x3" fmla="*/ 840 w 840"/>
              <a:gd name="p0y3" fmla="*/ 112 h 503"/>
              <a:gd name="p0x4" fmla="*/ 840 w 840"/>
              <a:gd name="p0y4" fmla="*/ 251 h 503"/>
              <a:gd name="p0x5" fmla="*/ 840 w 840"/>
              <a:gd name="p0y5" fmla="*/ 391 h 503"/>
              <a:gd name="p0x6" fmla="*/ 727 w 840"/>
              <a:gd name="p0y6" fmla="*/ 503 h 503"/>
              <a:gd name="p0x7" fmla="*/ 588 w 840"/>
              <a:gd name="p0y7" fmla="*/ 503 h 503"/>
              <a:gd name="p0x8" fmla="*/ 251 w 840"/>
              <a:gd name="p0y8" fmla="*/ 503 h 503"/>
              <a:gd name="p0x9" fmla="*/ 112 w 840"/>
              <a:gd name="p0y9" fmla="*/ 503 h 503"/>
              <a:gd name="p0x10" fmla="*/ 0 w 840"/>
              <a:gd name="p0y10" fmla="*/ 391 h 503"/>
              <a:gd name="p0x11" fmla="*/ 0 w 840"/>
              <a:gd name="p0y11" fmla="*/ 251 h 503"/>
              <a:gd name="p0x12" fmla="*/ 0 w 840"/>
              <a:gd name="p0y12" fmla="*/ 112 h 503"/>
              <a:gd name="p0x13" fmla="*/ 112 w 840"/>
              <a:gd name="p0y13" fmla="*/ 0 h 503"/>
              <a:gd name="p0x14" fmla="*/ 251 w 840"/>
              <a:gd name="p0y14" fmla="*/ 0 h 50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DE8C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>
            <p:custDataLst>
              <p:tags r:id="rId44"/>
            </p:custDataLst>
          </p:nvPr>
        </p:nvSpPr>
        <p:spPr>
          <a:xfrm>
            <a:off x="6892309" y="4367241"/>
            <a:ext cx="457276" cy="26098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33000"/>
              </a:lnSpc>
            </a:pPr>
            <a:r>
              <a:rPr sz="1200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</a:rPr>
              <a:t>焦虑</a:t>
            </a:r>
            <a:endParaRPr sz="1200">
              <a:solidFill>
                <a:srgbClr val="5A3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任意多边形 44"/>
          <p:cNvSpPr/>
          <p:nvPr>
            <p:custDataLst>
              <p:tags r:id="rId45"/>
            </p:custDataLst>
          </p:nvPr>
        </p:nvSpPr>
        <p:spPr>
          <a:xfrm>
            <a:off x="7387590" y="4340225"/>
            <a:ext cx="533400" cy="320040"/>
          </a:xfrm>
          <a:custGeom>
            <a:avLst/>
            <a:gdLst>
              <a:gd name="sw" fmla="*/ 1 w 840"/>
              <a:gd name="sh" fmla="*/ 1 h 503"/>
              <a:gd name="mins" fmla="min sw sh"/>
              <a:gd name="dsw" fmla="+- 0 sw mins"/>
              <a:gd name="dsh" fmla="+- 0 sh mins"/>
              <a:gd name="p0x0" fmla="*/ 251 w 840"/>
              <a:gd name="p0y0" fmla="*/ 0 h 503"/>
              <a:gd name="p0x1" fmla="*/ 588 w 840"/>
              <a:gd name="p0y1" fmla="*/ 0 h 503"/>
              <a:gd name="p0x2" fmla="*/ 727 w 840"/>
              <a:gd name="p0y2" fmla="*/ 0 h 503"/>
              <a:gd name="p0x3" fmla="*/ 840 w 840"/>
              <a:gd name="p0y3" fmla="*/ 112 h 503"/>
              <a:gd name="p0x4" fmla="*/ 840 w 840"/>
              <a:gd name="p0y4" fmla="*/ 251 h 503"/>
              <a:gd name="p0x5" fmla="*/ 840 w 840"/>
              <a:gd name="p0y5" fmla="*/ 391 h 503"/>
              <a:gd name="p0x6" fmla="*/ 727 w 840"/>
              <a:gd name="p0y6" fmla="*/ 503 h 503"/>
              <a:gd name="p0x7" fmla="*/ 588 w 840"/>
              <a:gd name="p0y7" fmla="*/ 503 h 503"/>
              <a:gd name="p0x8" fmla="*/ 251 w 840"/>
              <a:gd name="p0y8" fmla="*/ 503 h 503"/>
              <a:gd name="p0x9" fmla="*/ 112 w 840"/>
              <a:gd name="p0y9" fmla="*/ 503 h 503"/>
              <a:gd name="p0x10" fmla="*/ 0 w 840"/>
              <a:gd name="p0y10" fmla="*/ 391 h 503"/>
              <a:gd name="p0x11" fmla="*/ 0 w 840"/>
              <a:gd name="p0y11" fmla="*/ 251 h 503"/>
              <a:gd name="p0x12" fmla="*/ 0 w 840"/>
              <a:gd name="p0y12" fmla="*/ 112 h 503"/>
              <a:gd name="p0x13" fmla="*/ 112 w 840"/>
              <a:gd name="p0y13" fmla="*/ 0 h 503"/>
              <a:gd name="p0x14" fmla="*/ 251 w 840"/>
              <a:gd name="p0y14" fmla="*/ 0 h 50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DE8C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>
            <p:custDataLst>
              <p:tags r:id="rId46"/>
            </p:custDataLst>
          </p:nvPr>
        </p:nvSpPr>
        <p:spPr>
          <a:xfrm>
            <a:off x="7501985" y="4367241"/>
            <a:ext cx="457276" cy="26098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33000"/>
              </a:lnSpc>
            </a:pPr>
            <a:r>
              <a:rPr sz="1200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</a:rPr>
              <a:t>睡眠</a:t>
            </a:r>
            <a:endParaRPr sz="1200">
              <a:solidFill>
                <a:srgbClr val="5A3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任意多边形 46"/>
          <p:cNvSpPr/>
          <p:nvPr>
            <p:custDataLst>
              <p:tags r:id="rId47"/>
            </p:custDataLst>
          </p:nvPr>
        </p:nvSpPr>
        <p:spPr>
          <a:xfrm>
            <a:off x="7997190" y="4340225"/>
            <a:ext cx="533400" cy="320040"/>
          </a:xfrm>
          <a:custGeom>
            <a:avLst/>
            <a:gdLst>
              <a:gd name="sw" fmla="*/ 1 w 840"/>
              <a:gd name="sh" fmla="*/ 1 h 503"/>
              <a:gd name="mins" fmla="min sw sh"/>
              <a:gd name="dsw" fmla="+- 0 sw mins"/>
              <a:gd name="dsh" fmla="+- 0 sh mins"/>
              <a:gd name="p0x0" fmla="*/ 251 w 840"/>
              <a:gd name="p0y0" fmla="*/ 0 h 503"/>
              <a:gd name="p0x1" fmla="*/ 588 w 840"/>
              <a:gd name="p0y1" fmla="*/ 0 h 503"/>
              <a:gd name="p0x2" fmla="*/ 727 w 840"/>
              <a:gd name="p0y2" fmla="*/ 0 h 503"/>
              <a:gd name="p0x3" fmla="*/ 840 w 840"/>
              <a:gd name="p0y3" fmla="*/ 112 h 503"/>
              <a:gd name="p0x4" fmla="*/ 840 w 840"/>
              <a:gd name="p0y4" fmla="*/ 251 h 503"/>
              <a:gd name="p0x5" fmla="*/ 840 w 840"/>
              <a:gd name="p0y5" fmla="*/ 391 h 503"/>
              <a:gd name="p0x6" fmla="*/ 727 w 840"/>
              <a:gd name="p0y6" fmla="*/ 503 h 503"/>
              <a:gd name="p0x7" fmla="*/ 588 w 840"/>
              <a:gd name="p0y7" fmla="*/ 503 h 503"/>
              <a:gd name="p0x8" fmla="*/ 251 w 840"/>
              <a:gd name="p0y8" fmla="*/ 503 h 503"/>
              <a:gd name="p0x9" fmla="*/ 112 w 840"/>
              <a:gd name="p0y9" fmla="*/ 503 h 503"/>
              <a:gd name="p0x10" fmla="*/ 0 w 840"/>
              <a:gd name="p0y10" fmla="*/ 391 h 503"/>
              <a:gd name="p0x11" fmla="*/ 0 w 840"/>
              <a:gd name="p0y11" fmla="*/ 251 h 503"/>
              <a:gd name="p0x12" fmla="*/ 0 w 840"/>
              <a:gd name="p0y12" fmla="*/ 112 h 503"/>
              <a:gd name="p0x13" fmla="*/ 112 w 840"/>
              <a:gd name="p0y13" fmla="*/ 0 h 503"/>
              <a:gd name="p0x14" fmla="*/ 251 w 840"/>
              <a:gd name="p0y14" fmla="*/ 0 h 50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DE8C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>
            <p:custDataLst>
              <p:tags r:id="rId48"/>
            </p:custDataLst>
          </p:nvPr>
        </p:nvSpPr>
        <p:spPr>
          <a:xfrm>
            <a:off x="8111661" y="4367241"/>
            <a:ext cx="457276" cy="26098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33000"/>
              </a:lnSpc>
            </a:pPr>
            <a:r>
              <a:rPr sz="1200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</a:rPr>
              <a:t>人际</a:t>
            </a:r>
            <a:endParaRPr sz="1200">
              <a:solidFill>
                <a:srgbClr val="5A3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任意多边形 48"/>
          <p:cNvSpPr/>
          <p:nvPr>
            <p:custDataLst>
              <p:tags r:id="rId49"/>
            </p:custDataLst>
          </p:nvPr>
        </p:nvSpPr>
        <p:spPr>
          <a:xfrm>
            <a:off x="8606790" y="4340225"/>
            <a:ext cx="533400" cy="320040"/>
          </a:xfrm>
          <a:custGeom>
            <a:avLst/>
            <a:gdLst>
              <a:gd name="sw" fmla="*/ 1 w 840"/>
              <a:gd name="sh" fmla="*/ 1 h 503"/>
              <a:gd name="mins" fmla="min sw sh"/>
              <a:gd name="dsw" fmla="+- 0 sw mins"/>
              <a:gd name="dsh" fmla="+- 0 sh mins"/>
              <a:gd name="p0x0" fmla="*/ 251 w 840"/>
              <a:gd name="p0y0" fmla="*/ 0 h 503"/>
              <a:gd name="p0x1" fmla="*/ 588 w 840"/>
              <a:gd name="p0y1" fmla="*/ 0 h 503"/>
              <a:gd name="p0x2" fmla="*/ 727 w 840"/>
              <a:gd name="p0y2" fmla="*/ 0 h 503"/>
              <a:gd name="p0x3" fmla="*/ 840 w 840"/>
              <a:gd name="p0y3" fmla="*/ 112 h 503"/>
              <a:gd name="p0x4" fmla="*/ 840 w 840"/>
              <a:gd name="p0y4" fmla="*/ 251 h 503"/>
              <a:gd name="p0x5" fmla="*/ 840 w 840"/>
              <a:gd name="p0y5" fmla="*/ 391 h 503"/>
              <a:gd name="p0x6" fmla="*/ 727 w 840"/>
              <a:gd name="p0y6" fmla="*/ 503 h 503"/>
              <a:gd name="p0x7" fmla="*/ 588 w 840"/>
              <a:gd name="p0y7" fmla="*/ 503 h 503"/>
              <a:gd name="p0x8" fmla="*/ 251 w 840"/>
              <a:gd name="p0y8" fmla="*/ 503 h 503"/>
              <a:gd name="p0x9" fmla="*/ 112 w 840"/>
              <a:gd name="p0y9" fmla="*/ 503 h 503"/>
              <a:gd name="p0x10" fmla="*/ 0 w 840"/>
              <a:gd name="p0y10" fmla="*/ 391 h 503"/>
              <a:gd name="p0x11" fmla="*/ 0 w 840"/>
              <a:gd name="p0y11" fmla="*/ 251 h 503"/>
              <a:gd name="p0x12" fmla="*/ 0 w 840"/>
              <a:gd name="p0y12" fmla="*/ 112 h 503"/>
              <a:gd name="p0x13" fmla="*/ 112 w 840"/>
              <a:gd name="p0y13" fmla="*/ 0 h 503"/>
              <a:gd name="p0x14" fmla="*/ 251 w 840"/>
              <a:gd name="p0y14" fmla="*/ 0 h 50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DE8C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文本框 49"/>
          <p:cNvSpPr txBox="1"/>
          <p:nvPr>
            <p:custDataLst>
              <p:tags r:id="rId50"/>
            </p:custDataLst>
          </p:nvPr>
        </p:nvSpPr>
        <p:spPr>
          <a:xfrm>
            <a:off x="8721328" y="4367241"/>
            <a:ext cx="457276" cy="26098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33000"/>
              </a:lnSpc>
            </a:pPr>
            <a:r>
              <a:rPr sz="1200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</a:rPr>
              <a:t>学习</a:t>
            </a:r>
            <a:endParaRPr sz="1200">
              <a:solidFill>
                <a:srgbClr val="5A3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51"/>
            </p:custDataLst>
          </p:nvPr>
        </p:nvSpPr>
        <p:spPr>
          <a:xfrm>
            <a:off x="6778009" y="4760566"/>
            <a:ext cx="4756766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</a:rPr>
              <a:t>按</a:t>
            </a:r>
            <a:r>
              <a:rPr sz="15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焦虑、睡眠、人际、学习</a:t>
            </a:r>
            <a:r>
              <a:rPr sz="15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</a:rPr>
              <a:t>等方向推荐公开老师资料，不推断性别或实时排班</a:t>
            </a:r>
            <a:endParaRPr sz="1500">
              <a:solidFill>
                <a:srgbClr val="6A5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任意多边形 51"/>
          <p:cNvSpPr/>
          <p:nvPr>
            <p:custDataLst>
              <p:tags r:id="rId52"/>
            </p:custDataLst>
          </p:nvPr>
        </p:nvSpPr>
        <p:spPr>
          <a:xfrm>
            <a:off x="461645" y="5719445"/>
            <a:ext cx="11268075" cy="676275"/>
          </a:xfrm>
          <a:custGeom>
            <a:avLst/>
            <a:gdLst>
              <a:gd name="sw" fmla="*/ 1 w 17745"/>
              <a:gd name="sh" fmla="*/ 1 h 1065"/>
              <a:gd name="mins" fmla="min sw sh"/>
              <a:gd name="dsw" fmla="+- 0 sw mins"/>
              <a:gd name="dsh" fmla="+- 0 sh mins"/>
              <a:gd name="p0x0" fmla="*/ 120 w 17745"/>
              <a:gd name="p0y0" fmla="*/ 0 h 1065"/>
              <a:gd name="p0x1" fmla="*/ 17625 w 17745"/>
              <a:gd name="p0y1" fmla="*/ 0 h 1065"/>
              <a:gd name="p0x2" fmla="*/ 17691 w 17745"/>
              <a:gd name="p0y2" fmla="*/ 0 h 1065"/>
              <a:gd name="p0x3" fmla="*/ 17745 w 17745"/>
              <a:gd name="p0y3" fmla="*/ 53 h 1065"/>
              <a:gd name="p0x4" fmla="*/ 17745 w 17745"/>
              <a:gd name="p0y4" fmla="*/ 120 h 1065"/>
              <a:gd name="p0x5" fmla="*/ 17745 w 17745"/>
              <a:gd name="p0y5" fmla="*/ 945 h 1065"/>
              <a:gd name="p0x6" fmla="*/ 17745 w 17745"/>
              <a:gd name="p0y6" fmla="*/ 1011 h 1065"/>
              <a:gd name="p0x7" fmla="*/ 17691 w 17745"/>
              <a:gd name="p0y7" fmla="*/ 1065 h 1065"/>
              <a:gd name="p0x8" fmla="*/ 17625 w 17745"/>
              <a:gd name="p0y8" fmla="*/ 1065 h 1065"/>
              <a:gd name="p0x9" fmla="*/ 120 w 17745"/>
              <a:gd name="p0y9" fmla="*/ 1065 h 1065"/>
              <a:gd name="p0x10" fmla="*/ 53 w 17745"/>
              <a:gd name="p0y10" fmla="*/ 1065 h 1065"/>
              <a:gd name="p0x11" fmla="*/ 0 w 17745"/>
              <a:gd name="p0y11" fmla="*/ 1011 h 1065"/>
              <a:gd name="p0x12" fmla="*/ 0 w 17745"/>
              <a:gd name="p0y12" fmla="*/ 945 h 1065"/>
              <a:gd name="p0x13" fmla="*/ 0 w 17745"/>
              <a:gd name="p0y13" fmla="*/ 120 h 1065"/>
              <a:gd name="p0x14" fmla="*/ 0 w 17745"/>
              <a:gd name="p0y14" fmla="*/ 53 h 1065"/>
              <a:gd name="p0x15" fmla="*/ 53 w 17745"/>
              <a:gd name="p0y15" fmla="*/ 0 h 1065"/>
              <a:gd name="p0x16" fmla="*/ 120 w 17745"/>
              <a:gd name="p0y16" fmla="*/ 0 h 10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2E0"/>
          </a:solidFill>
          <a:ln w="9525" cmpd="sng">
            <a:solidFill>
              <a:srgbClr val="F0E8D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任意多边形 52"/>
          <p:cNvSpPr/>
          <p:nvPr>
            <p:custDataLst>
              <p:tags r:id="rId53"/>
            </p:custDataLst>
          </p:nvPr>
        </p:nvSpPr>
        <p:spPr>
          <a:xfrm>
            <a:off x="657225" y="5838825"/>
            <a:ext cx="1504950" cy="438150"/>
          </a:xfrm>
          <a:custGeom>
            <a:avLst/>
            <a:gdLst>
              <a:gd name="sw" fmla="*/ 1 w 2370"/>
              <a:gd name="sh" fmla="*/ 1 h 690"/>
              <a:gd name="mins" fmla="min sw sh"/>
              <a:gd name="dsw" fmla="+- 0 sw mins"/>
              <a:gd name="dsh" fmla="+- 0 sh mins"/>
              <a:gd name="p0x0" fmla="*/ 120 w 2370"/>
              <a:gd name="p0y0" fmla="*/ 0 h 690"/>
              <a:gd name="p0x1" fmla="*/ 2250 w 2370"/>
              <a:gd name="p0y1" fmla="*/ 0 h 690"/>
              <a:gd name="p0x2" fmla="*/ 2316 w 2370"/>
              <a:gd name="p0y2" fmla="*/ 0 h 690"/>
              <a:gd name="p0x3" fmla="*/ 2370 w 2370"/>
              <a:gd name="p0y3" fmla="*/ 53 h 690"/>
              <a:gd name="p0x4" fmla="*/ 2370 w 2370"/>
              <a:gd name="p0y4" fmla="*/ 120 h 690"/>
              <a:gd name="p0x5" fmla="*/ 2370 w 2370"/>
              <a:gd name="p0y5" fmla="*/ 570 h 690"/>
              <a:gd name="p0x6" fmla="*/ 2370 w 2370"/>
              <a:gd name="p0y6" fmla="*/ 636 h 690"/>
              <a:gd name="p0x7" fmla="*/ 2316 w 2370"/>
              <a:gd name="p0y7" fmla="*/ 690 h 690"/>
              <a:gd name="p0x8" fmla="*/ 2250 w 2370"/>
              <a:gd name="p0y8" fmla="*/ 690 h 690"/>
              <a:gd name="p0x9" fmla="*/ 120 w 2370"/>
              <a:gd name="p0y9" fmla="*/ 690 h 690"/>
              <a:gd name="p0x10" fmla="*/ 53 w 2370"/>
              <a:gd name="p0y10" fmla="*/ 690 h 690"/>
              <a:gd name="p0x11" fmla="*/ 0 w 2370"/>
              <a:gd name="p0y11" fmla="*/ 636 h 690"/>
              <a:gd name="p0x12" fmla="*/ 0 w 2370"/>
              <a:gd name="p0y12" fmla="*/ 570 h 690"/>
              <a:gd name="p0x13" fmla="*/ 0 w 2370"/>
              <a:gd name="p0y13" fmla="*/ 120 h 690"/>
              <a:gd name="p0x14" fmla="*/ 0 w 2370"/>
              <a:gd name="p0y14" fmla="*/ 53 h 690"/>
              <a:gd name="p0x15" fmla="*/ 53 w 2370"/>
              <a:gd name="p0y15" fmla="*/ 0 h 690"/>
              <a:gd name="p0x16" fmla="*/ 120 w 2370"/>
              <a:gd name="p0y16" fmla="*/ 0 h 6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E8C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4" name="图片 53"/>
          <p:cNvPicPr>
            <a:picLocks noChangeAspect="1"/>
          </p:cNvPicPr>
          <p:nvPr>
            <p:custDataLst>
              <p:tags r:id="rId54"/>
            </p:custDataLst>
          </p:nvPr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809625" y="5953125"/>
            <a:ext cx="209550" cy="209550"/>
          </a:xfrm>
          <a:prstGeom prst="rect">
            <a:avLst/>
          </a:prstGeom>
          <a:noFill/>
        </p:spPr>
      </p:pic>
      <p:sp>
        <p:nvSpPr>
          <p:cNvPr id="56" name="文本框 55"/>
          <p:cNvSpPr txBox="1"/>
          <p:nvPr>
            <p:custDataLst>
              <p:tags r:id="rId57"/>
            </p:custDataLst>
          </p:nvPr>
        </p:nvSpPr>
        <p:spPr>
          <a:xfrm>
            <a:off x="1095375" y="5899785"/>
            <a:ext cx="1143076" cy="3114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跨轮记忆</a:t>
            </a:r>
            <a:endParaRPr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文本框 56"/>
          <p:cNvSpPr txBox="1"/>
          <p:nvPr>
            <p:custDataLst>
              <p:tags r:id="rId58"/>
            </p:custDataLst>
          </p:nvPr>
        </p:nvSpPr>
        <p:spPr>
          <a:xfrm>
            <a:off x="2314651" y="5891213"/>
            <a:ext cx="4572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记住用户核心困扰，理解</a:t>
            </a:r>
            <a:r>
              <a:rPr sz="1500" b="1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</a:rPr>
              <a:t>纠正表达</a:t>
            </a:r>
            <a:r>
              <a:rPr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，减少重复说明</a:t>
            </a:r>
            <a:endParaRPr sz="1500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461645" y="1203960"/>
            <a:ext cx="3622675" cy="3910330"/>
          </a:xfrm>
          <a:prstGeom prst="rect">
            <a:avLst/>
          </a:prstGeom>
          <a:solidFill>
            <a:srgbClr val="FEFCF9"/>
          </a:solidFill>
          <a:ln w="9525" cmpd="sng">
            <a:solidFill>
              <a:srgbClr val="F0E8DC"/>
            </a:solidFill>
            <a:prstDash val="solid"/>
          </a:ln>
          <a:effectLst>
            <a:outerShdw blurRad="42863" dist="9525" dir="5399999" algn="ctr" rotWithShape="0">
              <a:srgbClr val="5A3A0A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571500" y="1825625"/>
            <a:ext cx="3406775" cy="4127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zh-CN" altLang="en-US" sz="1200" spc="63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</a:rPr>
              <a:t>场景</a:t>
            </a:r>
            <a:r>
              <a:rPr lang="en-US" altLang="zh-CN" sz="1200" spc="63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</a:rPr>
              <a:t> A</a:t>
            </a:r>
            <a:r>
              <a:rPr lang="zh-CN" altLang="en-US" sz="1200" spc="63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</a:rPr>
              <a:t>：焦虑困扰</a:t>
            </a:r>
            <a:r>
              <a:rPr lang="en-US" altLang="zh-CN" sz="1200" spc="63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en-US" sz="1200" spc="63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r>
              <a:rPr lang="en-US" altLang="zh-CN" sz="1200" spc="63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1200" spc="63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</a:rPr>
              <a:t>筛查</a:t>
            </a:r>
            <a:r>
              <a:rPr lang="en-US" altLang="zh-CN" sz="1200" spc="63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en-US" sz="1200" spc="63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r>
              <a:rPr lang="en-US" altLang="zh-CN" sz="1200" spc="63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1200" spc="63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</a:rPr>
              <a:t>专业资源</a:t>
            </a:r>
            <a:endParaRPr lang="zh-CN" altLang="en-US" sz="1200" spc="63">
              <a:solidFill>
                <a:srgbClr val="F5A62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676910" y="1361440"/>
            <a:ext cx="3232099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2100" b="1" spc="42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焦虑困扰</a:t>
            </a:r>
            <a:endParaRPr sz="2100" b="1" spc="42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75" name="组合 74"/>
          <p:cNvGrpSpPr/>
          <p:nvPr/>
        </p:nvGrpSpPr>
        <p:grpSpPr>
          <a:xfrm>
            <a:off x="676910" y="2519680"/>
            <a:ext cx="3069590" cy="885825"/>
            <a:chOff x="1042" y="4492"/>
            <a:chExt cx="4834" cy="1395"/>
          </a:xfrm>
        </p:grpSpPr>
        <p:sp>
          <p:nvSpPr>
            <p:cNvPr id="8" name="任意多边形 7"/>
            <p:cNvSpPr/>
            <p:nvPr>
              <p:custDataLst>
                <p:tags r:id="rId4"/>
              </p:custDataLst>
            </p:nvPr>
          </p:nvSpPr>
          <p:spPr>
            <a:xfrm>
              <a:off x="1042" y="4492"/>
              <a:ext cx="1575" cy="630"/>
            </a:xfrm>
            <a:custGeom>
              <a:avLst/>
              <a:gdLst>
                <a:gd name="sw" fmla="*/ 1 w 1575"/>
                <a:gd name="sh" fmla="*/ 1 h 630"/>
                <a:gd name="mins" fmla="min sw sh"/>
                <a:gd name="dsw" fmla="+- 0 sw mins"/>
                <a:gd name="dsh" fmla="+- 0 sh mins"/>
                <a:gd name="p0x0" fmla="*/ 60 w 1575"/>
                <a:gd name="p0y0" fmla="*/ 0 h 630"/>
                <a:gd name="p0x1" fmla="*/ 1515 w 1575"/>
                <a:gd name="p0y1" fmla="*/ 0 h 630"/>
                <a:gd name="p0x2" fmla="*/ 1548 w 1575"/>
                <a:gd name="p0y2" fmla="*/ 0 h 630"/>
                <a:gd name="p0x3" fmla="*/ 1575 w 1575"/>
                <a:gd name="p0y3" fmla="*/ 26 h 630"/>
                <a:gd name="p0x4" fmla="*/ 1575 w 1575"/>
                <a:gd name="p0y4" fmla="*/ 60 h 630"/>
                <a:gd name="p0x5" fmla="*/ 1575 w 1575"/>
                <a:gd name="p0y5" fmla="*/ 570 h 630"/>
                <a:gd name="p0x6" fmla="*/ 1575 w 1575"/>
                <a:gd name="p0y6" fmla="*/ 603 h 630"/>
                <a:gd name="p0x7" fmla="*/ 1548 w 1575"/>
                <a:gd name="p0y7" fmla="*/ 630 h 630"/>
                <a:gd name="p0x8" fmla="*/ 1515 w 1575"/>
                <a:gd name="p0y8" fmla="*/ 630 h 630"/>
                <a:gd name="p0x9" fmla="*/ 60 w 1575"/>
                <a:gd name="p0y9" fmla="*/ 630 h 630"/>
                <a:gd name="p0x10" fmla="*/ 26 w 1575"/>
                <a:gd name="p0y10" fmla="*/ 630 h 630"/>
                <a:gd name="p0x11" fmla="*/ 0 w 1575"/>
                <a:gd name="p0y11" fmla="*/ 603 h 630"/>
                <a:gd name="p0x12" fmla="*/ 0 w 1575"/>
                <a:gd name="p0y12" fmla="*/ 570 h 630"/>
                <a:gd name="p0x13" fmla="*/ 0 w 1575"/>
                <a:gd name="p0y13" fmla="*/ 60 h 630"/>
                <a:gd name="p0x14" fmla="*/ 0 w 1575"/>
                <a:gd name="p0y14" fmla="*/ 26 h 630"/>
                <a:gd name="p0x15" fmla="*/ 26 w 1575"/>
                <a:gd name="p0y15" fmla="*/ 0 h 630"/>
                <a:gd name="p0x16" fmla="*/ 60 w 1575"/>
                <a:gd name="p0y16" fmla="*/ 0 h 63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DE8C3"/>
            </a:solidFill>
            <a:ln w="9525" cmpd="sng">
              <a:solidFill>
                <a:srgbClr val="E8D8C8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文本框 8"/>
            <p:cNvSpPr txBox="1"/>
            <p:nvPr>
              <p:custDataLst>
                <p:tags r:id="rId5"/>
              </p:custDataLst>
            </p:nvPr>
          </p:nvSpPr>
          <p:spPr>
            <a:xfrm>
              <a:off x="1230" y="4598"/>
              <a:ext cx="1500" cy="41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04000"/>
                </a:lnSpc>
              </a:pPr>
              <a:r>
                <a:rPr sz="1500">
                  <a:solidFill>
                    <a:srgbClr val="3A2A1A"/>
                  </a:solidFill>
                  <a:latin typeface="微软雅黑" panose="020B0503020204020204" charset="-122"/>
                  <a:ea typeface="微软雅黑" panose="020B0503020204020204" charset="-122"/>
                </a:rPr>
                <a:t>表达焦虑</a:t>
              </a:r>
              <a:endParaRPr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" name="文本框 9"/>
            <p:cNvSpPr txBox="1"/>
            <p:nvPr>
              <p:custDataLst>
                <p:tags r:id="rId6"/>
              </p:custDataLst>
            </p:nvPr>
          </p:nvSpPr>
          <p:spPr>
            <a:xfrm>
              <a:off x="2745" y="4635"/>
              <a:ext cx="600" cy="33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83000"/>
                </a:lnSpc>
              </a:pPr>
              <a:r>
                <a:rPr sz="1500">
                  <a:solidFill>
                    <a:srgbClr val="6A5A4A"/>
                  </a:solidFill>
                  <a:latin typeface="微软雅黑" panose="020B0503020204020204" charset="-122"/>
                  <a:ea typeface="微软雅黑" panose="020B0503020204020204" charset="-122"/>
                </a:rPr>
                <a:t>→</a:t>
              </a:r>
              <a:endParaRPr sz="15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" name="任意多边形 10"/>
            <p:cNvSpPr/>
            <p:nvPr>
              <p:custDataLst>
                <p:tags r:id="rId7"/>
              </p:custDataLst>
            </p:nvPr>
          </p:nvSpPr>
          <p:spPr>
            <a:xfrm>
              <a:off x="3172" y="4492"/>
              <a:ext cx="1976" cy="630"/>
            </a:xfrm>
            <a:custGeom>
              <a:avLst/>
              <a:gdLst>
                <a:gd name="sw" fmla="*/ 1 w 1976"/>
                <a:gd name="sh" fmla="*/ 1 h 630"/>
                <a:gd name="mins" fmla="min sw sh"/>
                <a:gd name="dsw" fmla="+- 0 sw mins"/>
                <a:gd name="dsh" fmla="+- 0 sh mins"/>
                <a:gd name="p0x0" fmla="*/ 60 w 1976"/>
                <a:gd name="p0y0" fmla="*/ 0 h 630"/>
                <a:gd name="p0x1" fmla="*/ 1916 w 1976"/>
                <a:gd name="p0y1" fmla="*/ 0 h 630"/>
                <a:gd name="p0x2" fmla="*/ 1949 w 1976"/>
                <a:gd name="p0y2" fmla="*/ 0 h 630"/>
                <a:gd name="p0x3" fmla="*/ 1976 w 1976"/>
                <a:gd name="p0y3" fmla="*/ 26 h 630"/>
                <a:gd name="p0x4" fmla="*/ 1976 w 1976"/>
                <a:gd name="p0y4" fmla="*/ 60 h 630"/>
                <a:gd name="p0x5" fmla="*/ 1976 w 1976"/>
                <a:gd name="p0y5" fmla="*/ 570 h 630"/>
                <a:gd name="p0x6" fmla="*/ 1976 w 1976"/>
                <a:gd name="p0y6" fmla="*/ 603 h 630"/>
                <a:gd name="p0x7" fmla="*/ 1949 w 1976"/>
                <a:gd name="p0y7" fmla="*/ 630 h 630"/>
                <a:gd name="p0x8" fmla="*/ 1916 w 1976"/>
                <a:gd name="p0y8" fmla="*/ 630 h 630"/>
                <a:gd name="p0x9" fmla="*/ 60 w 1976"/>
                <a:gd name="p0y9" fmla="*/ 630 h 630"/>
                <a:gd name="p0x10" fmla="*/ 26 w 1976"/>
                <a:gd name="p0y10" fmla="*/ 630 h 630"/>
                <a:gd name="p0x11" fmla="*/ 0 w 1976"/>
                <a:gd name="p0y11" fmla="*/ 603 h 630"/>
                <a:gd name="p0x12" fmla="*/ 0 w 1976"/>
                <a:gd name="p0y12" fmla="*/ 570 h 630"/>
                <a:gd name="p0x13" fmla="*/ 0 w 1976"/>
                <a:gd name="p0y13" fmla="*/ 60 h 630"/>
                <a:gd name="p0x14" fmla="*/ 0 w 1976"/>
                <a:gd name="p0y14" fmla="*/ 26 h 630"/>
                <a:gd name="p0x15" fmla="*/ 26 w 1976"/>
                <a:gd name="p0y15" fmla="*/ 0 h 630"/>
                <a:gd name="p0x16" fmla="*/ 60 w 1976"/>
                <a:gd name="p0y16" fmla="*/ 0 h 63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DE8C3"/>
            </a:solidFill>
            <a:ln w="9525" cmpd="sng">
              <a:solidFill>
                <a:srgbClr val="E8D8C8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>
              <p:custDataLst>
                <p:tags r:id="rId8"/>
              </p:custDataLst>
            </p:nvPr>
          </p:nvSpPr>
          <p:spPr>
            <a:xfrm>
              <a:off x="3360" y="4598"/>
              <a:ext cx="1901" cy="41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04000"/>
                </a:lnSpc>
              </a:pPr>
              <a:r>
                <a:rPr lang="en-US" sz="1500">
                  <a:solidFill>
                    <a:srgbClr val="3A2A1A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GAD-7</a:t>
              </a:r>
              <a:r>
                <a:rPr lang="zh-CN" sz="1500">
                  <a:solidFill>
                    <a:srgbClr val="3A2A1A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筛查</a:t>
              </a:r>
              <a:endParaRPr lang="zh-CN"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" name="文本框 12"/>
            <p:cNvSpPr txBox="1"/>
            <p:nvPr>
              <p:custDataLst>
                <p:tags r:id="rId9"/>
              </p:custDataLst>
            </p:nvPr>
          </p:nvSpPr>
          <p:spPr>
            <a:xfrm>
              <a:off x="5276" y="4635"/>
              <a:ext cx="600" cy="33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83000"/>
                </a:lnSpc>
              </a:pPr>
              <a:r>
                <a:rPr sz="1500">
                  <a:solidFill>
                    <a:srgbClr val="6A5A4A"/>
                  </a:solidFill>
                  <a:latin typeface="微软雅黑" panose="020B0503020204020204" charset="-122"/>
                  <a:ea typeface="微软雅黑" panose="020B0503020204020204" charset="-122"/>
                </a:rPr>
                <a:t>→</a:t>
              </a:r>
              <a:endParaRPr sz="15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" name="任意多边形 13"/>
            <p:cNvSpPr/>
            <p:nvPr>
              <p:custDataLst>
                <p:tags r:id="rId10"/>
              </p:custDataLst>
            </p:nvPr>
          </p:nvSpPr>
          <p:spPr>
            <a:xfrm>
              <a:off x="1042" y="5257"/>
              <a:ext cx="1575" cy="630"/>
            </a:xfrm>
            <a:custGeom>
              <a:avLst/>
              <a:gdLst>
                <a:gd name="sw" fmla="*/ 1 w 1575"/>
                <a:gd name="sh" fmla="*/ 1 h 630"/>
                <a:gd name="mins" fmla="min sw sh"/>
                <a:gd name="dsw" fmla="+- 0 sw mins"/>
                <a:gd name="dsh" fmla="+- 0 sh mins"/>
                <a:gd name="p0x0" fmla="*/ 60 w 1575"/>
                <a:gd name="p0y0" fmla="*/ 0 h 630"/>
                <a:gd name="p0x1" fmla="*/ 1515 w 1575"/>
                <a:gd name="p0y1" fmla="*/ 0 h 630"/>
                <a:gd name="p0x2" fmla="*/ 1548 w 1575"/>
                <a:gd name="p0y2" fmla="*/ 0 h 630"/>
                <a:gd name="p0x3" fmla="*/ 1575 w 1575"/>
                <a:gd name="p0y3" fmla="*/ 26 h 630"/>
                <a:gd name="p0x4" fmla="*/ 1575 w 1575"/>
                <a:gd name="p0y4" fmla="*/ 60 h 630"/>
                <a:gd name="p0x5" fmla="*/ 1575 w 1575"/>
                <a:gd name="p0y5" fmla="*/ 570 h 630"/>
                <a:gd name="p0x6" fmla="*/ 1575 w 1575"/>
                <a:gd name="p0y6" fmla="*/ 603 h 630"/>
                <a:gd name="p0x7" fmla="*/ 1548 w 1575"/>
                <a:gd name="p0y7" fmla="*/ 630 h 630"/>
                <a:gd name="p0x8" fmla="*/ 1515 w 1575"/>
                <a:gd name="p0y8" fmla="*/ 630 h 630"/>
                <a:gd name="p0x9" fmla="*/ 60 w 1575"/>
                <a:gd name="p0y9" fmla="*/ 630 h 630"/>
                <a:gd name="p0x10" fmla="*/ 26 w 1575"/>
                <a:gd name="p0y10" fmla="*/ 630 h 630"/>
                <a:gd name="p0x11" fmla="*/ 0 w 1575"/>
                <a:gd name="p0y11" fmla="*/ 603 h 630"/>
                <a:gd name="p0x12" fmla="*/ 0 w 1575"/>
                <a:gd name="p0y12" fmla="*/ 570 h 630"/>
                <a:gd name="p0x13" fmla="*/ 0 w 1575"/>
                <a:gd name="p0y13" fmla="*/ 60 h 630"/>
                <a:gd name="p0x14" fmla="*/ 0 w 1575"/>
                <a:gd name="p0y14" fmla="*/ 26 h 630"/>
                <a:gd name="p0x15" fmla="*/ 26 w 1575"/>
                <a:gd name="p0y15" fmla="*/ 0 h 630"/>
                <a:gd name="p0x16" fmla="*/ 60 w 1575"/>
                <a:gd name="p0y16" fmla="*/ 0 h 63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DE8C3"/>
            </a:solidFill>
            <a:ln w="9525" cmpd="sng">
              <a:solidFill>
                <a:srgbClr val="E8D8C8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文本框 14"/>
            <p:cNvSpPr txBox="1"/>
            <p:nvPr>
              <p:custDataLst>
                <p:tags r:id="rId11"/>
              </p:custDataLst>
            </p:nvPr>
          </p:nvSpPr>
          <p:spPr>
            <a:xfrm>
              <a:off x="1230" y="5363"/>
              <a:ext cx="1500" cy="41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04000"/>
                </a:lnSpc>
              </a:pPr>
              <a:r>
                <a:rPr sz="1500">
                  <a:solidFill>
                    <a:srgbClr val="3A2A1A"/>
                  </a:solidFill>
                  <a:latin typeface="微软雅黑" panose="020B0503020204020204" charset="-122"/>
                  <a:ea typeface="微软雅黑" panose="020B0503020204020204" charset="-122"/>
                </a:rPr>
                <a:t>结果解释</a:t>
              </a:r>
              <a:endParaRPr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" name="文本框 15"/>
            <p:cNvSpPr txBox="1"/>
            <p:nvPr>
              <p:custDataLst>
                <p:tags r:id="rId12"/>
              </p:custDataLst>
            </p:nvPr>
          </p:nvSpPr>
          <p:spPr>
            <a:xfrm>
              <a:off x="2745" y="5400"/>
              <a:ext cx="600" cy="33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83000"/>
                </a:lnSpc>
              </a:pPr>
              <a:r>
                <a:rPr sz="1500">
                  <a:solidFill>
                    <a:srgbClr val="6A5A4A"/>
                  </a:solidFill>
                  <a:latin typeface="微软雅黑" panose="020B0503020204020204" charset="-122"/>
                  <a:ea typeface="微软雅黑" panose="020B0503020204020204" charset="-122"/>
                </a:rPr>
                <a:t>→</a:t>
              </a:r>
              <a:endParaRPr sz="15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任意多边形 16"/>
            <p:cNvSpPr/>
            <p:nvPr>
              <p:custDataLst>
                <p:tags r:id="rId13"/>
              </p:custDataLst>
            </p:nvPr>
          </p:nvSpPr>
          <p:spPr>
            <a:xfrm>
              <a:off x="3172" y="5257"/>
              <a:ext cx="1575" cy="630"/>
            </a:xfrm>
            <a:custGeom>
              <a:avLst/>
              <a:gdLst>
                <a:gd name="sw" fmla="*/ 1 w 1575"/>
                <a:gd name="sh" fmla="*/ 1 h 630"/>
                <a:gd name="mins" fmla="min sw sh"/>
                <a:gd name="dsw" fmla="+- 0 sw mins"/>
                <a:gd name="dsh" fmla="+- 0 sh mins"/>
                <a:gd name="p0x0" fmla="*/ 60 w 1575"/>
                <a:gd name="p0y0" fmla="*/ 0 h 630"/>
                <a:gd name="p0x1" fmla="*/ 1515 w 1575"/>
                <a:gd name="p0y1" fmla="*/ 0 h 630"/>
                <a:gd name="p0x2" fmla="*/ 1548 w 1575"/>
                <a:gd name="p0y2" fmla="*/ 0 h 630"/>
                <a:gd name="p0x3" fmla="*/ 1575 w 1575"/>
                <a:gd name="p0y3" fmla="*/ 26 h 630"/>
                <a:gd name="p0x4" fmla="*/ 1575 w 1575"/>
                <a:gd name="p0y4" fmla="*/ 60 h 630"/>
                <a:gd name="p0x5" fmla="*/ 1575 w 1575"/>
                <a:gd name="p0y5" fmla="*/ 570 h 630"/>
                <a:gd name="p0x6" fmla="*/ 1575 w 1575"/>
                <a:gd name="p0y6" fmla="*/ 603 h 630"/>
                <a:gd name="p0x7" fmla="*/ 1548 w 1575"/>
                <a:gd name="p0y7" fmla="*/ 630 h 630"/>
                <a:gd name="p0x8" fmla="*/ 1515 w 1575"/>
                <a:gd name="p0y8" fmla="*/ 630 h 630"/>
                <a:gd name="p0x9" fmla="*/ 60 w 1575"/>
                <a:gd name="p0y9" fmla="*/ 630 h 630"/>
                <a:gd name="p0x10" fmla="*/ 26 w 1575"/>
                <a:gd name="p0y10" fmla="*/ 630 h 630"/>
                <a:gd name="p0x11" fmla="*/ 0 w 1575"/>
                <a:gd name="p0y11" fmla="*/ 603 h 630"/>
                <a:gd name="p0x12" fmla="*/ 0 w 1575"/>
                <a:gd name="p0y12" fmla="*/ 570 h 630"/>
                <a:gd name="p0x13" fmla="*/ 0 w 1575"/>
                <a:gd name="p0y13" fmla="*/ 60 h 630"/>
                <a:gd name="p0x14" fmla="*/ 0 w 1575"/>
                <a:gd name="p0y14" fmla="*/ 26 h 630"/>
                <a:gd name="p0x15" fmla="*/ 26 w 1575"/>
                <a:gd name="p0y15" fmla="*/ 0 h 630"/>
                <a:gd name="p0x16" fmla="*/ 60 w 1575"/>
                <a:gd name="p0y16" fmla="*/ 0 h 63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DE8C3"/>
            </a:solidFill>
            <a:ln w="9525" cmpd="sng">
              <a:solidFill>
                <a:srgbClr val="E8D8C8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" name="文本框 17"/>
            <p:cNvSpPr txBox="1"/>
            <p:nvPr>
              <p:custDataLst>
                <p:tags r:id="rId14"/>
              </p:custDataLst>
            </p:nvPr>
          </p:nvSpPr>
          <p:spPr>
            <a:xfrm>
              <a:off x="3360" y="5363"/>
              <a:ext cx="1500" cy="41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04000"/>
                </a:lnSpc>
              </a:pPr>
              <a:r>
                <a:rPr sz="1500">
                  <a:solidFill>
                    <a:srgbClr val="3A2A1A"/>
                  </a:solidFill>
                  <a:latin typeface="微软雅黑" panose="020B0503020204020204" charset="-122"/>
                  <a:ea typeface="微软雅黑" panose="020B0503020204020204" charset="-122"/>
                </a:rPr>
                <a:t>推荐资源</a:t>
              </a:r>
              <a:endParaRPr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72" name="组合 71"/>
          <p:cNvGrpSpPr/>
          <p:nvPr/>
        </p:nvGrpSpPr>
        <p:grpSpPr>
          <a:xfrm>
            <a:off x="657225" y="3863975"/>
            <a:ext cx="3230880" cy="1054735"/>
            <a:chOff x="1035" y="7132"/>
            <a:chExt cx="5088" cy="614"/>
          </a:xfrm>
        </p:grpSpPr>
        <p:sp>
          <p:nvSpPr>
            <p:cNvPr id="19" name="任意多边形 18"/>
            <p:cNvSpPr/>
            <p:nvPr>
              <p:custDataLst>
                <p:tags r:id="rId15"/>
              </p:custDataLst>
            </p:nvPr>
          </p:nvSpPr>
          <p:spPr>
            <a:xfrm>
              <a:off x="1035" y="7132"/>
              <a:ext cx="5089" cy="615"/>
            </a:xfrm>
            <a:custGeom>
              <a:avLst/>
              <a:gdLst>
                <a:gd name="sw" fmla="*/ 1 w 5089"/>
                <a:gd name="sh" fmla="*/ 1 h 615"/>
                <a:gd name="mins" fmla="min sw sh"/>
                <a:gd name="dsw" fmla="+- 0 sw mins"/>
                <a:gd name="dsh" fmla="+- 0 sh mins"/>
                <a:gd name="p0x0" fmla="*/ 0 w 5089"/>
                <a:gd name="p0y0" fmla="*/ 0 h 615"/>
                <a:gd name="p0x1" fmla="*/ 5089 w 5089"/>
                <a:gd name="p0y1" fmla="*/ 0 h 615"/>
                <a:gd name="p0x2" fmla="*/ 5089 w 5089"/>
                <a:gd name="p0y2" fmla="*/ 615 h 615"/>
                <a:gd name="p0x3" fmla="*/ 0 w 5089"/>
                <a:gd name="p0y3" fmla="*/ 615 h 615"/>
                <a:gd name="p0x4" fmla="*/ 0 w 5089"/>
                <a:gd name="p0y4" fmla="*/ 0 h 6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任意多边形 19"/>
            <p:cNvSpPr/>
            <p:nvPr>
              <p:custDataLst>
                <p:tags r:id="rId16"/>
              </p:custDataLst>
            </p:nvPr>
          </p:nvSpPr>
          <p:spPr>
            <a:xfrm>
              <a:off x="1035" y="7132"/>
              <a:ext cx="5089" cy="15"/>
            </a:xfrm>
            <a:custGeom>
              <a:avLst/>
              <a:gdLst>
                <a:gd name="sw" fmla="*/ 1 w 5089"/>
                <a:gd name="sh" fmla="*/ 1 h 15"/>
                <a:gd name="mins" fmla="min sw sh"/>
                <a:gd name="dsw" fmla="+- 0 sw mins"/>
                <a:gd name="dsh" fmla="+- 0 sh mins"/>
                <a:gd name="p0x0" fmla="*/ 0 w 5089"/>
                <a:gd name="p0y0" fmla="*/ 0 h 15"/>
                <a:gd name="p0x1" fmla="*/ 5089 w 5089"/>
                <a:gd name="p0y1" fmla="*/ 0 h 15"/>
                <a:gd name="p0x2" fmla="*/ 5089 w 5089"/>
                <a:gd name="p0y2" fmla="*/ 15 h 15"/>
                <a:gd name="p0x3" fmla="*/ 0 w 5089"/>
                <a:gd name="p0y3" fmla="*/ 15 h 15"/>
                <a:gd name="p0x4" fmla="*/ 0 w 5089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E8D8C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2" name="文本框 21"/>
          <p:cNvSpPr txBox="1"/>
          <p:nvPr>
            <p:custDataLst>
              <p:tags r:id="rId17"/>
            </p:custDataLst>
          </p:nvPr>
        </p:nvSpPr>
        <p:spPr>
          <a:xfrm>
            <a:off x="657225" y="4008755"/>
            <a:ext cx="3232150" cy="11055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闭环价值：把</a:t>
            </a:r>
            <a:r>
              <a:rPr lang="en-US" altLang="zh-CN" sz="15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5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聊一聊</a:t>
            </a:r>
            <a:r>
              <a:rPr lang="en-US" altLang="zh-CN" sz="15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5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15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5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下一步可以做什么</a:t>
            </a:r>
            <a:r>
              <a:rPr lang="en-US" altLang="zh-CN" sz="15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5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连接起来，避免只提供泛化安慰。</a:t>
            </a:r>
            <a:endParaRPr lang="zh-CN" altLang="en-US" sz="1500">
              <a:solidFill>
                <a:srgbClr val="6A5A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/>
          <p:nvPr>
            <p:custDataLst>
              <p:tags r:id="rId18"/>
            </p:custDataLst>
          </p:nvPr>
        </p:nvSpPr>
        <p:spPr>
          <a:xfrm>
            <a:off x="4284345" y="1204595"/>
            <a:ext cx="3622675" cy="3910330"/>
          </a:xfrm>
          <a:prstGeom prst="rect">
            <a:avLst/>
          </a:prstGeom>
          <a:solidFill>
            <a:srgbClr val="FEFCF9"/>
          </a:solidFill>
          <a:ln w="9525" cmpd="sng">
            <a:solidFill>
              <a:srgbClr val="F0E8DC"/>
            </a:solidFill>
            <a:prstDash val="solid"/>
          </a:ln>
          <a:effectLst>
            <a:outerShdw blurRad="42863" dist="9525" dir="5399999" algn="ctr" rotWithShape="0">
              <a:srgbClr val="5A3A0A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19"/>
            </p:custDataLst>
          </p:nvPr>
        </p:nvSpPr>
        <p:spPr>
          <a:xfrm>
            <a:off x="4674819" y="1825625"/>
            <a:ext cx="3232175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050" spc="63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</a:rPr>
              <a:t>场景</a:t>
            </a:r>
            <a:r>
              <a:rPr lang="en-US" altLang="zh-CN" sz="1050" spc="63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</a:rPr>
              <a:t> B</a:t>
            </a:r>
            <a:r>
              <a:rPr lang="zh-CN" altLang="en-US" sz="1050" spc="63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</a:rPr>
              <a:t>：服务咨询</a:t>
            </a:r>
            <a:r>
              <a:rPr lang="en-US" altLang="zh-CN" sz="1050" spc="63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en-US" sz="1050" spc="63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r>
              <a:rPr lang="en-US" altLang="zh-CN" sz="1050" spc="63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1050" spc="63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</a:rPr>
              <a:t>信息检索</a:t>
            </a:r>
            <a:r>
              <a:rPr lang="en-US" altLang="zh-CN" sz="1050" spc="63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en-US" sz="1050" spc="63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r>
              <a:rPr lang="en-US" altLang="zh-CN" sz="1050" spc="63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1050" spc="63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</a:rPr>
              <a:t>到校预约</a:t>
            </a:r>
            <a:endParaRPr lang="zh-CN" altLang="en-US" sz="1050" spc="63">
              <a:solidFill>
                <a:srgbClr val="F5A62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lang="zh-CN" altLang="en-US" sz="1050" spc="63">
              <a:solidFill>
                <a:srgbClr val="F5A62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20"/>
            </p:custDataLst>
          </p:nvPr>
        </p:nvSpPr>
        <p:spPr>
          <a:xfrm>
            <a:off x="4448759" y="1361440"/>
            <a:ext cx="323217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2100" b="1" spc="42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服务咨询</a:t>
            </a:r>
            <a:endParaRPr sz="2100" b="1" spc="42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78" name="组合 77"/>
          <p:cNvGrpSpPr/>
          <p:nvPr/>
        </p:nvGrpSpPr>
        <p:grpSpPr>
          <a:xfrm>
            <a:off x="4603750" y="2519680"/>
            <a:ext cx="3005455" cy="885825"/>
            <a:chOff x="7062" y="4492"/>
            <a:chExt cx="4733" cy="1395"/>
          </a:xfrm>
        </p:grpSpPr>
        <p:sp>
          <p:nvSpPr>
            <p:cNvPr id="26" name="任意多边形 25"/>
            <p:cNvSpPr/>
            <p:nvPr>
              <p:custDataLst>
                <p:tags r:id="rId21"/>
              </p:custDataLst>
            </p:nvPr>
          </p:nvSpPr>
          <p:spPr>
            <a:xfrm>
              <a:off x="7062" y="4492"/>
              <a:ext cx="1575" cy="630"/>
            </a:xfrm>
            <a:custGeom>
              <a:avLst/>
              <a:gdLst>
                <a:gd name="sw" fmla="*/ 1 w 1575"/>
                <a:gd name="sh" fmla="*/ 1 h 630"/>
                <a:gd name="mins" fmla="min sw sh"/>
                <a:gd name="dsw" fmla="+- 0 sw mins"/>
                <a:gd name="dsh" fmla="+- 0 sh mins"/>
                <a:gd name="p0x0" fmla="*/ 60 w 1575"/>
                <a:gd name="p0y0" fmla="*/ 0 h 630"/>
                <a:gd name="p0x1" fmla="*/ 1515 w 1575"/>
                <a:gd name="p0y1" fmla="*/ 0 h 630"/>
                <a:gd name="p0x2" fmla="*/ 1548 w 1575"/>
                <a:gd name="p0y2" fmla="*/ 0 h 630"/>
                <a:gd name="p0x3" fmla="*/ 1575 w 1575"/>
                <a:gd name="p0y3" fmla="*/ 26 h 630"/>
                <a:gd name="p0x4" fmla="*/ 1575 w 1575"/>
                <a:gd name="p0y4" fmla="*/ 60 h 630"/>
                <a:gd name="p0x5" fmla="*/ 1575 w 1575"/>
                <a:gd name="p0y5" fmla="*/ 570 h 630"/>
                <a:gd name="p0x6" fmla="*/ 1575 w 1575"/>
                <a:gd name="p0y6" fmla="*/ 603 h 630"/>
                <a:gd name="p0x7" fmla="*/ 1548 w 1575"/>
                <a:gd name="p0y7" fmla="*/ 630 h 630"/>
                <a:gd name="p0x8" fmla="*/ 1515 w 1575"/>
                <a:gd name="p0y8" fmla="*/ 630 h 630"/>
                <a:gd name="p0x9" fmla="*/ 60 w 1575"/>
                <a:gd name="p0y9" fmla="*/ 630 h 630"/>
                <a:gd name="p0x10" fmla="*/ 26 w 1575"/>
                <a:gd name="p0y10" fmla="*/ 630 h 630"/>
                <a:gd name="p0x11" fmla="*/ 0 w 1575"/>
                <a:gd name="p0y11" fmla="*/ 603 h 630"/>
                <a:gd name="p0x12" fmla="*/ 0 w 1575"/>
                <a:gd name="p0y12" fmla="*/ 570 h 630"/>
                <a:gd name="p0x13" fmla="*/ 0 w 1575"/>
                <a:gd name="p0y13" fmla="*/ 60 h 630"/>
                <a:gd name="p0x14" fmla="*/ 0 w 1575"/>
                <a:gd name="p0y14" fmla="*/ 26 h 630"/>
                <a:gd name="p0x15" fmla="*/ 26 w 1575"/>
                <a:gd name="p0y15" fmla="*/ 0 h 630"/>
                <a:gd name="p0x16" fmla="*/ 60 w 1575"/>
                <a:gd name="p0y16" fmla="*/ 0 h 63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DE8C3"/>
            </a:solidFill>
            <a:ln w="9525" cmpd="sng">
              <a:solidFill>
                <a:srgbClr val="E8D8C8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7" name="文本框 26"/>
            <p:cNvSpPr txBox="1"/>
            <p:nvPr>
              <p:custDataLst>
                <p:tags r:id="rId22"/>
              </p:custDataLst>
            </p:nvPr>
          </p:nvSpPr>
          <p:spPr>
            <a:xfrm>
              <a:off x="7250" y="4598"/>
              <a:ext cx="1500" cy="41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04000"/>
                </a:lnSpc>
              </a:pPr>
              <a:r>
                <a:rPr sz="1500">
                  <a:solidFill>
                    <a:srgbClr val="3A2A1A"/>
                  </a:solidFill>
                  <a:latin typeface="微软雅黑" panose="020B0503020204020204" charset="-122"/>
                  <a:ea typeface="微软雅黑" panose="020B0503020204020204" charset="-122"/>
                </a:rPr>
                <a:t>询问预约</a:t>
              </a:r>
              <a:endParaRPr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8" name="文本框 27"/>
            <p:cNvSpPr txBox="1"/>
            <p:nvPr>
              <p:custDataLst>
                <p:tags r:id="rId23"/>
              </p:custDataLst>
            </p:nvPr>
          </p:nvSpPr>
          <p:spPr>
            <a:xfrm>
              <a:off x="8765" y="4635"/>
              <a:ext cx="600" cy="33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83000"/>
                </a:lnSpc>
              </a:pPr>
              <a:r>
                <a:rPr sz="1500">
                  <a:solidFill>
                    <a:srgbClr val="6A5A4A"/>
                  </a:solidFill>
                  <a:latin typeface="微软雅黑" panose="020B0503020204020204" charset="-122"/>
                  <a:ea typeface="微软雅黑" panose="020B0503020204020204" charset="-122"/>
                </a:rPr>
                <a:t>→</a:t>
              </a:r>
              <a:endParaRPr sz="15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任意多边形 28"/>
            <p:cNvSpPr/>
            <p:nvPr>
              <p:custDataLst>
                <p:tags r:id="rId24"/>
              </p:custDataLst>
            </p:nvPr>
          </p:nvSpPr>
          <p:spPr>
            <a:xfrm>
              <a:off x="9192" y="4492"/>
              <a:ext cx="1875" cy="630"/>
            </a:xfrm>
            <a:custGeom>
              <a:avLst/>
              <a:gdLst>
                <a:gd name="sw" fmla="*/ 1 w 1875"/>
                <a:gd name="sh" fmla="*/ 1 h 630"/>
                <a:gd name="mins" fmla="min sw sh"/>
                <a:gd name="dsw" fmla="+- 0 sw mins"/>
                <a:gd name="dsh" fmla="+- 0 sh mins"/>
                <a:gd name="p0x0" fmla="*/ 60 w 1875"/>
                <a:gd name="p0y0" fmla="*/ 0 h 630"/>
                <a:gd name="p0x1" fmla="*/ 1815 w 1875"/>
                <a:gd name="p0y1" fmla="*/ 0 h 630"/>
                <a:gd name="p0x2" fmla="*/ 1848 w 1875"/>
                <a:gd name="p0y2" fmla="*/ 0 h 630"/>
                <a:gd name="p0x3" fmla="*/ 1875 w 1875"/>
                <a:gd name="p0y3" fmla="*/ 26 h 630"/>
                <a:gd name="p0x4" fmla="*/ 1875 w 1875"/>
                <a:gd name="p0y4" fmla="*/ 60 h 630"/>
                <a:gd name="p0x5" fmla="*/ 1875 w 1875"/>
                <a:gd name="p0y5" fmla="*/ 570 h 630"/>
                <a:gd name="p0x6" fmla="*/ 1875 w 1875"/>
                <a:gd name="p0y6" fmla="*/ 603 h 630"/>
                <a:gd name="p0x7" fmla="*/ 1848 w 1875"/>
                <a:gd name="p0y7" fmla="*/ 630 h 630"/>
                <a:gd name="p0x8" fmla="*/ 1815 w 1875"/>
                <a:gd name="p0y8" fmla="*/ 630 h 630"/>
                <a:gd name="p0x9" fmla="*/ 60 w 1875"/>
                <a:gd name="p0y9" fmla="*/ 630 h 630"/>
                <a:gd name="p0x10" fmla="*/ 26 w 1875"/>
                <a:gd name="p0y10" fmla="*/ 630 h 630"/>
                <a:gd name="p0x11" fmla="*/ 0 w 1875"/>
                <a:gd name="p0y11" fmla="*/ 603 h 630"/>
                <a:gd name="p0x12" fmla="*/ 0 w 1875"/>
                <a:gd name="p0y12" fmla="*/ 570 h 630"/>
                <a:gd name="p0x13" fmla="*/ 0 w 1875"/>
                <a:gd name="p0y13" fmla="*/ 60 h 630"/>
                <a:gd name="p0x14" fmla="*/ 0 w 1875"/>
                <a:gd name="p0y14" fmla="*/ 26 h 630"/>
                <a:gd name="p0x15" fmla="*/ 26 w 1875"/>
                <a:gd name="p0y15" fmla="*/ 0 h 630"/>
                <a:gd name="p0x16" fmla="*/ 60 w 1875"/>
                <a:gd name="p0y16" fmla="*/ 0 h 63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DE8C3"/>
            </a:solidFill>
            <a:ln w="9525" cmpd="sng">
              <a:solidFill>
                <a:srgbClr val="E8D8C8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0" name="文本框 29"/>
            <p:cNvSpPr txBox="1"/>
            <p:nvPr>
              <p:custDataLst>
                <p:tags r:id="rId25"/>
              </p:custDataLst>
            </p:nvPr>
          </p:nvSpPr>
          <p:spPr>
            <a:xfrm>
              <a:off x="9380" y="4598"/>
              <a:ext cx="1800" cy="41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04000"/>
                </a:lnSpc>
              </a:pPr>
              <a:r>
                <a:rPr sz="1500">
                  <a:solidFill>
                    <a:srgbClr val="3A2A1A"/>
                  </a:solidFill>
                  <a:latin typeface="微软雅黑" panose="020B0503020204020204" charset="-122"/>
                  <a:ea typeface="微软雅黑" panose="020B0503020204020204" charset="-122"/>
                </a:rPr>
                <a:t>知识库检索</a:t>
              </a:r>
              <a:endParaRPr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1" name="文本框 30"/>
            <p:cNvSpPr txBox="1"/>
            <p:nvPr>
              <p:custDataLst>
                <p:tags r:id="rId26"/>
              </p:custDataLst>
            </p:nvPr>
          </p:nvSpPr>
          <p:spPr>
            <a:xfrm>
              <a:off x="11195" y="4635"/>
              <a:ext cx="600" cy="33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83000"/>
                </a:lnSpc>
              </a:pPr>
              <a:r>
                <a:rPr sz="1500">
                  <a:solidFill>
                    <a:srgbClr val="6A5A4A"/>
                  </a:solidFill>
                  <a:latin typeface="微软雅黑" panose="020B0503020204020204" charset="-122"/>
                  <a:ea typeface="微软雅黑" panose="020B0503020204020204" charset="-122"/>
                </a:rPr>
                <a:t>→</a:t>
              </a:r>
              <a:endParaRPr sz="15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2" name="任意多边形 31"/>
            <p:cNvSpPr/>
            <p:nvPr>
              <p:custDataLst>
                <p:tags r:id="rId27"/>
              </p:custDataLst>
            </p:nvPr>
          </p:nvSpPr>
          <p:spPr>
            <a:xfrm>
              <a:off x="7062" y="5257"/>
              <a:ext cx="3007" cy="630"/>
            </a:xfrm>
            <a:custGeom>
              <a:avLst/>
              <a:gdLst>
                <a:gd name="sw" fmla="*/ 1 w 3007"/>
                <a:gd name="sh" fmla="*/ 1 h 630"/>
                <a:gd name="mins" fmla="min sw sh"/>
                <a:gd name="dsw" fmla="+- 0 sw mins"/>
                <a:gd name="dsh" fmla="+- 0 sh mins"/>
                <a:gd name="p0x0" fmla="*/ 60 w 3007"/>
                <a:gd name="p0y0" fmla="*/ 0 h 630"/>
                <a:gd name="p0x1" fmla="*/ 2947 w 3007"/>
                <a:gd name="p0y1" fmla="*/ 0 h 630"/>
                <a:gd name="p0x2" fmla="*/ 2980 w 3007"/>
                <a:gd name="p0y2" fmla="*/ 0 h 630"/>
                <a:gd name="p0x3" fmla="*/ 3007 w 3007"/>
                <a:gd name="p0y3" fmla="*/ 26 h 630"/>
                <a:gd name="p0x4" fmla="*/ 3007 w 3007"/>
                <a:gd name="p0y4" fmla="*/ 60 h 630"/>
                <a:gd name="p0x5" fmla="*/ 3007 w 3007"/>
                <a:gd name="p0y5" fmla="*/ 570 h 630"/>
                <a:gd name="p0x6" fmla="*/ 3007 w 3007"/>
                <a:gd name="p0y6" fmla="*/ 603 h 630"/>
                <a:gd name="p0x7" fmla="*/ 2980 w 3007"/>
                <a:gd name="p0y7" fmla="*/ 630 h 630"/>
                <a:gd name="p0x8" fmla="*/ 2947 w 3007"/>
                <a:gd name="p0y8" fmla="*/ 630 h 630"/>
                <a:gd name="p0x9" fmla="*/ 60 w 3007"/>
                <a:gd name="p0y9" fmla="*/ 630 h 630"/>
                <a:gd name="p0x10" fmla="*/ 26 w 3007"/>
                <a:gd name="p0y10" fmla="*/ 630 h 630"/>
                <a:gd name="p0x11" fmla="*/ 0 w 3007"/>
                <a:gd name="p0y11" fmla="*/ 603 h 630"/>
                <a:gd name="p0x12" fmla="*/ 0 w 3007"/>
                <a:gd name="p0y12" fmla="*/ 570 h 630"/>
                <a:gd name="p0x13" fmla="*/ 0 w 3007"/>
                <a:gd name="p0y13" fmla="*/ 60 h 630"/>
                <a:gd name="p0x14" fmla="*/ 0 w 3007"/>
                <a:gd name="p0y14" fmla="*/ 26 h 630"/>
                <a:gd name="p0x15" fmla="*/ 26 w 3007"/>
                <a:gd name="p0y15" fmla="*/ 0 h 630"/>
                <a:gd name="p0x16" fmla="*/ 60 w 3007"/>
                <a:gd name="p0y16" fmla="*/ 0 h 63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DE8C3"/>
            </a:solidFill>
            <a:ln w="9525" cmpd="sng">
              <a:solidFill>
                <a:srgbClr val="E8D8C8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3" name="文本框 32"/>
            <p:cNvSpPr txBox="1"/>
            <p:nvPr>
              <p:custDataLst>
                <p:tags r:id="rId28"/>
              </p:custDataLst>
            </p:nvPr>
          </p:nvSpPr>
          <p:spPr>
            <a:xfrm>
              <a:off x="7250" y="5363"/>
              <a:ext cx="2932" cy="41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04000"/>
                </a:lnSpc>
              </a:pPr>
              <a:r>
                <a:rPr lang="zh-CN" altLang="en-US" sz="1500">
                  <a:solidFill>
                    <a:srgbClr val="3A2A1A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返回渠道</a:t>
              </a:r>
              <a:r>
                <a:rPr lang="en-US" altLang="zh-CN" sz="1500">
                  <a:solidFill>
                    <a:srgbClr val="3A2A1A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/</a:t>
              </a:r>
              <a:r>
                <a:rPr lang="zh-CN" altLang="en-US" sz="1500">
                  <a:solidFill>
                    <a:srgbClr val="3A2A1A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电话</a:t>
              </a:r>
              <a:r>
                <a:rPr lang="en-US" altLang="zh-CN" sz="1500">
                  <a:solidFill>
                    <a:srgbClr val="3A2A1A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/</a:t>
              </a:r>
              <a:r>
                <a:rPr lang="zh-CN" altLang="en-US" sz="1500">
                  <a:solidFill>
                    <a:srgbClr val="3A2A1A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地址</a:t>
              </a:r>
              <a:endParaRPr lang="zh-CN" altLang="en-US"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73" name="组合 72"/>
          <p:cNvGrpSpPr/>
          <p:nvPr/>
        </p:nvGrpSpPr>
        <p:grpSpPr>
          <a:xfrm>
            <a:off x="4479290" y="3890645"/>
            <a:ext cx="3232150" cy="1028065"/>
            <a:chOff x="7054" y="7132"/>
            <a:chExt cx="5090" cy="614"/>
          </a:xfrm>
        </p:grpSpPr>
        <p:sp>
          <p:nvSpPr>
            <p:cNvPr id="34" name="任意多边形 33"/>
            <p:cNvSpPr/>
            <p:nvPr>
              <p:custDataLst>
                <p:tags r:id="rId29"/>
              </p:custDataLst>
            </p:nvPr>
          </p:nvSpPr>
          <p:spPr>
            <a:xfrm>
              <a:off x="7054" y="7132"/>
              <a:ext cx="5090" cy="615"/>
            </a:xfrm>
            <a:custGeom>
              <a:avLst/>
              <a:gdLst>
                <a:gd name="sw" fmla="*/ 1 w 5090"/>
                <a:gd name="sh" fmla="*/ 1 h 615"/>
                <a:gd name="mins" fmla="min sw sh"/>
                <a:gd name="dsw" fmla="+- 0 sw mins"/>
                <a:gd name="dsh" fmla="+- 0 sh mins"/>
                <a:gd name="p0x0" fmla="*/ 0 w 5090"/>
                <a:gd name="p0y0" fmla="*/ 0 h 615"/>
                <a:gd name="p0x1" fmla="*/ 5090 w 5090"/>
                <a:gd name="p0y1" fmla="*/ 0 h 615"/>
                <a:gd name="p0x2" fmla="*/ 5090 w 5090"/>
                <a:gd name="p0y2" fmla="*/ 615 h 615"/>
                <a:gd name="p0x3" fmla="*/ 0 w 5090"/>
                <a:gd name="p0y3" fmla="*/ 615 h 615"/>
                <a:gd name="p0x4" fmla="*/ 0 w 5090"/>
                <a:gd name="p0y4" fmla="*/ 0 h 6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5" name="任意多边形 34"/>
            <p:cNvSpPr/>
            <p:nvPr>
              <p:custDataLst>
                <p:tags r:id="rId30"/>
              </p:custDataLst>
            </p:nvPr>
          </p:nvSpPr>
          <p:spPr>
            <a:xfrm>
              <a:off x="7054" y="7132"/>
              <a:ext cx="5090" cy="15"/>
            </a:xfrm>
            <a:custGeom>
              <a:avLst/>
              <a:gdLst>
                <a:gd name="sw" fmla="*/ 1 w 5090"/>
                <a:gd name="sh" fmla="*/ 1 h 15"/>
                <a:gd name="mins" fmla="min sw sh"/>
                <a:gd name="dsw" fmla="+- 0 sw mins"/>
                <a:gd name="dsh" fmla="+- 0 sh mins"/>
                <a:gd name="p0x0" fmla="*/ 0 w 5090"/>
                <a:gd name="p0y0" fmla="*/ 0 h 15"/>
                <a:gd name="p0x1" fmla="*/ 5090 w 5090"/>
                <a:gd name="p0y1" fmla="*/ 0 h 15"/>
                <a:gd name="p0x2" fmla="*/ 5090 w 5090"/>
                <a:gd name="p0y2" fmla="*/ 15 h 15"/>
                <a:gd name="p0x3" fmla="*/ 0 w 5090"/>
                <a:gd name="p0y3" fmla="*/ 15 h 15"/>
                <a:gd name="p0x4" fmla="*/ 0 w 5090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E8D8C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7" name="文本框 36"/>
          <p:cNvSpPr txBox="1"/>
          <p:nvPr>
            <p:custDataLst>
              <p:tags r:id="rId31"/>
            </p:custDataLst>
          </p:nvPr>
        </p:nvSpPr>
        <p:spPr>
          <a:xfrm>
            <a:off x="4479925" y="4008120"/>
            <a:ext cx="3232150" cy="10375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</a:rPr>
              <a:t>闭环价值：将分散信息转化为自然语言导航，降低重复答疑成本。</a:t>
            </a:r>
            <a:endParaRPr sz="1500">
              <a:solidFill>
                <a:srgbClr val="6A5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矩形 37"/>
          <p:cNvSpPr/>
          <p:nvPr>
            <p:custDataLst>
              <p:tags r:id="rId32"/>
            </p:custDataLst>
          </p:nvPr>
        </p:nvSpPr>
        <p:spPr>
          <a:xfrm>
            <a:off x="8107045" y="1204595"/>
            <a:ext cx="3622675" cy="3910330"/>
          </a:xfrm>
          <a:prstGeom prst="rect">
            <a:avLst/>
          </a:prstGeom>
          <a:solidFill>
            <a:srgbClr val="FEFCF9"/>
          </a:solidFill>
          <a:ln w="9525" cmpd="sng">
            <a:solidFill>
              <a:srgbClr val="F0E8DC"/>
            </a:solidFill>
            <a:prstDash val="solid"/>
          </a:ln>
          <a:effectLst>
            <a:outerShdw blurRad="42863" dist="9525" dir="5399999" algn="ctr" rotWithShape="0">
              <a:srgbClr val="5A3A0A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>
            <p:custDataLst>
              <p:tags r:id="rId33"/>
            </p:custDataLst>
          </p:nvPr>
        </p:nvSpPr>
        <p:spPr>
          <a:xfrm>
            <a:off x="8426424" y="1825625"/>
            <a:ext cx="3232176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zh-CN" altLang="en-US" sz="1050" spc="63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</a:rPr>
              <a:t>场景</a:t>
            </a:r>
            <a:r>
              <a:rPr lang="en-US" altLang="zh-CN" sz="1050" spc="63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</a:rPr>
              <a:t> C</a:t>
            </a:r>
            <a:r>
              <a:rPr lang="zh-CN" altLang="en-US" sz="1050" spc="63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</a:rPr>
              <a:t>：安全风险</a:t>
            </a:r>
            <a:r>
              <a:rPr lang="en-US" altLang="zh-CN" sz="1050" spc="63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en-US" sz="1050" spc="63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r>
              <a:rPr lang="en-US" altLang="zh-CN" sz="1050" spc="63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1050" spc="63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</a:rPr>
              <a:t>优先打断</a:t>
            </a:r>
            <a:r>
              <a:rPr lang="en-US" altLang="zh-CN" sz="1050" spc="63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en-US" sz="1050" spc="63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r>
              <a:rPr lang="en-US" altLang="zh-CN" sz="1050" spc="63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1050" spc="63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</a:rPr>
              <a:t>紧急引导</a:t>
            </a:r>
            <a:endParaRPr lang="zh-CN" altLang="en-US" sz="1050" spc="63">
              <a:solidFill>
                <a:srgbClr val="F5A62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>
            <p:custDataLst>
              <p:tags r:id="rId34"/>
            </p:custDataLst>
          </p:nvPr>
        </p:nvSpPr>
        <p:spPr>
          <a:xfrm>
            <a:off x="8301964" y="1361440"/>
            <a:ext cx="3232176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2100" b="1" spc="42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安全风险</a:t>
            </a:r>
            <a:endParaRPr sz="2100" b="1" spc="42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79" name="组合 78"/>
          <p:cNvGrpSpPr/>
          <p:nvPr/>
        </p:nvGrpSpPr>
        <p:grpSpPr>
          <a:xfrm>
            <a:off x="8426450" y="2519680"/>
            <a:ext cx="3005455" cy="885825"/>
            <a:chOff x="13082" y="4492"/>
            <a:chExt cx="4733" cy="1395"/>
          </a:xfrm>
        </p:grpSpPr>
        <p:sp>
          <p:nvSpPr>
            <p:cNvPr id="41" name="任意多边形 40"/>
            <p:cNvSpPr/>
            <p:nvPr>
              <p:custDataLst>
                <p:tags r:id="rId35"/>
              </p:custDataLst>
            </p:nvPr>
          </p:nvSpPr>
          <p:spPr>
            <a:xfrm>
              <a:off x="13082" y="4492"/>
              <a:ext cx="1575" cy="630"/>
            </a:xfrm>
            <a:custGeom>
              <a:avLst/>
              <a:gdLst>
                <a:gd name="sw" fmla="*/ 1 w 1575"/>
                <a:gd name="sh" fmla="*/ 1 h 630"/>
                <a:gd name="mins" fmla="min sw sh"/>
                <a:gd name="dsw" fmla="+- 0 sw mins"/>
                <a:gd name="dsh" fmla="+- 0 sh mins"/>
                <a:gd name="p0x0" fmla="*/ 60 w 1575"/>
                <a:gd name="p0y0" fmla="*/ 0 h 630"/>
                <a:gd name="p0x1" fmla="*/ 1515 w 1575"/>
                <a:gd name="p0y1" fmla="*/ 0 h 630"/>
                <a:gd name="p0x2" fmla="*/ 1548 w 1575"/>
                <a:gd name="p0y2" fmla="*/ 0 h 630"/>
                <a:gd name="p0x3" fmla="*/ 1575 w 1575"/>
                <a:gd name="p0y3" fmla="*/ 26 h 630"/>
                <a:gd name="p0x4" fmla="*/ 1575 w 1575"/>
                <a:gd name="p0y4" fmla="*/ 60 h 630"/>
                <a:gd name="p0x5" fmla="*/ 1575 w 1575"/>
                <a:gd name="p0y5" fmla="*/ 570 h 630"/>
                <a:gd name="p0x6" fmla="*/ 1575 w 1575"/>
                <a:gd name="p0y6" fmla="*/ 603 h 630"/>
                <a:gd name="p0x7" fmla="*/ 1548 w 1575"/>
                <a:gd name="p0y7" fmla="*/ 630 h 630"/>
                <a:gd name="p0x8" fmla="*/ 1515 w 1575"/>
                <a:gd name="p0y8" fmla="*/ 630 h 630"/>
                <a:gd name="p0x9" fmla="*/ 60 w 1575"/>
                <a:gd name="p0y9" fmla="*/ 630 h 630"/>
                <a:gd name="p0x10" fmla="*/ 26 w 1575"/>
                <a:gd name="p0y10" fmla="*/ 630 h 630"/>
                <a:gd name="p0x11" fmla="*/ 0 w 1575"/>
                <a:gd name="p0y11" fmla="*/ 603 h 630"/>
                <a:gd name="p0x12" fmla="*/ 0 w 1575"/>
                <a:gd name="p0y12" fmla="*/ 570 h 630"/>
                <a:gd name="p0x13" fmla="*/ 0 w 1575"/>
                <a:gd name="p0y13" fmla="*/ 60 h 630"/>
                <a:gd name="p0x14" fmla="*/ 0 w 1575"/>
                <a:gd name="p0y14" fmla="*/ 26 h 630"/>
                <a:gd name="p0x15" fmla="*/ 26 w 1575"/>
                <a:gd name="p0y15" fmla="*/ 0 h 630"/>
                <a:gd name="p0x16" fmla="*/ 60 w 1575"/>
                <a:gd name="p0y16" fmla="*/ 0 h 63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DE8C3"/>
            </a:solidFill>
            <a:ln w="9525" cmpd="sng">
              <a:solidFill>
                <a:srgbClr val="E8D8C8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2" name="文本框 41"/>
            <p:cNvSpPr txBox="1"/>
            <p:nvPr>
              <p:custDataLst>
                <p:tags r:id="rId36"/>
              </p:custDataLst>
            </p:nvPr>
          </p:nvSpPr>
          <p:spPr>
            <a:xfrm>
              <a:off x="13270" y="4598"/>
              <a:ext cx="1500" cy="41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04000"/>
                </a:lnSpc>
              </a:pPr>
              <a:r>
                <a:rPr sz="1500">
                  <a:solidFill>
                    <a:srgbClr val="3A2A1A"/>
                  </a:solidFill>
                  <a:latin typeface="微软雅黑" panose="020B0503020204020204" charset="-122"/>
                  <a:ea typeface="微软雅黑" panose="020B0503020204020204" charset="-122"/>
                </a:rPr>
                <a:t>风险表达</a:t>
              </a:r>
              <a:endParaRPr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3" name="文本框 42"/>
            <p:cNvSpPr txBox="1"/>
            <p:nvPr>
              <p:custDataLst>
                <p:tags r:id="rId37"/>
              </p:custDataLst>
            </p:nvPr>
          </p:nvSpPr>
          <p:spPr>
            <a:xfrm>
              <a:off x="14785" y="4635"/>
              <a:ext cx="600" cy="33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83000"/>
                </a:lnSpc>
              </a:pPr>
              <a:r>
                <a:rPr sz="1500">
                  <a:solidFill>
                    <a:srgbClr val="6A5A4A"/>
                  </a:solidFill>
                  <a:latin typeface="微软雅黑" panose="020B0503020204020204" charset="-122"/>
                  <a:ea typeface="微软雅黑" panose="020B0503020204020204" charset="-122"/>
                </a:rPr>
                <a:t>→</a:t>
              </a:r>
              <a:endParaRPr sz="15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4" name="任意多边形 43"/>
            <p:cNvSpPr/>
            <p:nvPr>
              <p:custDataLst>
                <p:tags r:id="rId38"/>
              </p:custDataLst>
            </p:nvPr>
          </p:nvSpPr>
          <p:spPr>
            <a:xfrm>
              <a:off x="15212" y="4492"/>
              <a:ext cx="1875" cy="630"/>
            </a:xfrm>
            <a:custGeom>
              <a:avLst/>
              <a:gdLst>
                <a:gd name="sw" fmla="*/ 1 w 1875"/>
                <a:gd name="sh" fmla="*/ 1 h 630"/>
                <a:gd name="mins" fmla="min sw sh"/>
                <a:gd name="dsw" fmla="+- 0 sw mins"/>
                <a:gd name="dsh" fmla="+- 0 sh mins"/>
                <a:gd name="p0x0" fmla="*/ 60 w 1875"/>
                <a:gd name="p0y0" fmla="*/ 0 h 630"/>
                <a:gd name="p0x1" fmla="*/ 1815 w 1875"/>
                <a:gd name="p0y1" fmla="*/ 0 h 630"/>
                <a:gd name="p0x2" fmla="*/ 1848 w 1875"/>
                <a:gd name="p0y2" fmla="*/ 0 h 630"/>
                <a:gd name="p0x3" fmla="*/ 1875 w 1875"/>
                <a:gd name="p0y3" fmla="*/ 26 h 630"/>
                <a:gd name="p0x4" fmla="*/ 1875 w 1875"/>
                <a:gd name="p0y4" fmla="*/ 60 h 630"/>
                <a:gd name="p0x5" fmla="*/ 1875 w 1875"/>
                <a:gd name="p0y5" fmla="*/ 570 h 630"/>
                <a:gd name="p0x6" fmla="*/ 1875 w 1875"/>
                <a:gd name="p0y6" fmla="*/ 603 h 630"/>
                <a:gd name="p0x7" fmla="*/ 1848 w 1875"/>
                <a:gd name="p0y7" fmla="*/ 630 h 630"/>
                <a:gd name="p0x8" fmla="*/ 1815 w 1875"/>
                <a:gd name="p0y8" fmla="*/ 630 h 630"/>
                <a:gd name="p0x9" fmla="*/ 60 w 1875"/>
                <a:gd name="p0y9" fmla="*/ 630 h 630"/>
                <a:gd name="p0x10" fmla="*/ 26 w 1875"/>
                <a:gd name="p0y10" fmla="*/ 630 h 630"/>
                <a:gd name="p0x11" fmla="*/ 0 w 1875"/>
                <a:gd name="p0y11" fmla="*/ 603 h 630"/>
                <a:gd name="p0x12" fmla="*/ 0 w 1875"/>
                <a:gd name="p0y12" fmla="*/ 570 h 630"/>
                <a:gd name="p0x13" fmla="*/ 0 w 1875"/>
                <a:gd name="p0y13" fmla="*/ 60 h 630"/>
                <a:gd name="p0x14" fmla="*/ 0 w 1875"/>
                <a:gd name="p0y14" fmla="*/ 26 h 630"/>
                <a:gd name="p0x15" fmla="*/ 26 w 1875"/>
                <a:gd name="p0y15" fmla="*/ 0 h 630"/>
                <a:gd name="p0x16" fmla="*/ 60 w 1875"/>
                <a:gd name="p0y16" fmla="*/ 0 h 63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DE8C3"/>
            </a:solidFill>
            <a:ln w="9525" cmpd="sng">
              <a:solidFill>
                <a:srgbClr val="E8D8C8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5" name="文本框 44"/>
            <p:cNvSpPr txBox="1"/>
            <p:nvPr>
              <p:custDataLst>
                <p:tags r:id="rId39"/>
              </p:custDataLst>
            </p:nvPr>
          </p:nvSpPr>
          <p:spPr>
            <a:xfrm>
              <a:off x="15400" y="4598"/>
              <a:ext cx="1800" cy="41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04000"/>
                </a:lnSpc>
              </a:pPr>
              <a:r>
                <a:rPr sz="1500">
                  <a:solidFill>
                    <a:srgbClr val="3A2A1A"/>
                  </a:solidFill>
                  <a:latin typeface="微软雅黑" panose="020B0503020204020204" charset="-122"/>
                  <a:ea typeface="微软雅黑" panose="020B0503020204020204" charset="-122"/>
                </a:rPr>
                <a:t>关键词预检</a:t>
              </a:r>
              <a:endParaRPr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6" name="文本框 45"/>
            <p:cNvSpPr txBox="1"/>
            <p:nvPr>
              <p:custDataLst>
                <p:tags r:id="rId40"/>
              </p:custDataLst>
            </p:nvPr>
          </p:nvSpPr>
          <p:spPr>
            <a:xfrm>
              <a:off x="17215" y="4635"/>
              <a:ext cx="600" cy="33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83000"/>
                </a:lnSpc>
              </a:pPr>
              <a:r>
                <a:rPr sz="1500">
                  <a:solidFill>
                    <a:srgbClr val="6A5A4A"/>
                  </a:solidFill>
                  <a:latin typeface="微软雅黑" panose="020B0503020204020204" charset="-122"/>
                  <a:ea typeface="微软雅黑" panose="020B0503020204020204" charset="-122"/>
                </a:rPr>
                <a:t>→</a:t>
              </a:r>
              <a:endParaRPr sz="15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7" name="任意多边形 46"/>
            <p:cNvSpPr/>
            <p:nvPr>
              <p:custDataLst>
                <p:tags r:id="rId41"/>
              </p:custDataLst>
            </p:nvPr>
          </p:nvSpPr>
          <p:spPr>
            <a:xfrm>
              <a:off x="13082" y="5257"/>
              <a:ext cx="1575" cy="630"/>
            </a:xfrm>
            <a:custGeom>
              <a:avLst/>
              <a:gdLst>
                <a:gd name="sw" fmla="*/ 1 w 1575"/>
                <a:gd name="sh" fmla="*/ 1 h 630"/>
                <a:gd name="mins" fmla="min sw sh"/>
                <a:gd name="dsw" fmla="+- 0 sw mins"/>
                <a:gd name="dsh" fmla="+- 0 sh mins"/>
                <a:gd name="p0x0" fmla="*/ 60 w 1575"/>
                <a:gd name="p0y0" fmla="*/ 0 h 630"/>
                <a:gd name="p0x1" fmla="*/ 1515 w 1575"/>
                <a:gd name="p0y1" fmla="*/ 0 h 630"/>
                <a:gd name="p0x2" fmla="*/ 1548 w 1575"/>
                <a:gd name="p0y2" fmla="*/ 0 h 630"/>
                <a:gd name="p0x3" fmla="*/ 1575 w 1575"/>
                <a:gd name="p0y3" fmla="*/ 26 h 630"/>
                <a:gd name="p0x4" fmla="*/ 1575 w 1575"/>
                <a:gd name="p0y4" fmla="*/ 60 h 630"/>
                <a:gd name="p0x5" fmla="*/ 1575 w 1575"/>
                <a:gd name="p0y5" fmla="*/ 570 h 630"/>
                <a:gd name="p0x6" fmla="*/ 1575 w 1575"/>
                <a:gd name="p0y6" fmla="*/ 603 h 630"/>
                <a:gd name="p0x7" fmla="*/ 1548 w 1575"/>
                <a:gd name="p0y7" fmla="*/ 630 h 630"/>
                <a:gd name="p0x8" fmla="*/ 1515 w 1575"/>
                <a:gd name="p0y8" fmla="*/ 630 h 630"/>
                <a:gd name="p0x9" fmla="*/ 60 w 1575"/>
                <a:gd name="p0y9" fmla="*/ 630 h 630"/>
                <a:gd name="p0x10" fmla="*/ 26 w 1575"/>
                <a:gd name="p0y10" fmla="*/ 630 h 630"/>
                <a:gd name="p0x11" fmla="*/ 0 w 1575"/>
                <a:gd name="p0y11" fmla="*/ 603 h 630"/>
                <a:gd name="p0x12" fmla="*/ 0 w 1575"/>
                <a:gd name="p0y12" fmla="*/ 570 h 630"/>
                <a:gd name="p0x13" fmla="*/ 0 w 1575"/>
                <a:gd name="p0y13" fmla="*/ 60 h 630"/>
                <a:gd name="p0x14" fmla="*/ 0 w 1575"/>
                <a:gd name="p0y14" fmla="*/ 26 h 630"/>
                <a:gd name="p0x15" fmla="*/ 26 w 1575"/>
                <a:gd name="p0y15" fmla="*/ 0 h 630"/>
                <a:gd name="p0x16" fmla="*/ 60 w 1575"/>
                <a:gd name="p0y16" fmla="*/ 0 h 63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DE8C3"/>
            </a:solidFill>
            <a:ln w="9525" cmpd="sng">
              <a:solidFill>
                <a:srgbClr val="E8D8C8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8" name="文本框 47"/>
            <p:cNvSpPr txBox="1"/>
            <p:nvPr>
              <p:custDataLst>
                <p:tags r:id="rId42"/>
              </p:custDataLst>
            </p:nvPr>
          </p:nvSpPr>
          <p:spPr>
            <a:xfrm>
              <a:off x="13270" y="5363"/>
              <a:ext cx="1500" cy="41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04000"/>
                </a:lnSpc>
              </a:pPr>
              <a:r>
                <a:rPr sz="1500">
                  <a:solidFill>
                    <a:srgbClr val="3A2A1A"/>
                  </a:solidFill>
                  <a:latin typeface="微软雅黑" panose="020B0503020204020204" charset="-122"/>
                  <a:ea typeface="微软雅黑" panose="020B0503020204020204" charset="-122"/>
                </a:rPr>
                <a:t>安全回复</a:t>
              </a:r>
              <a:endParaRPr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9" name="文本框 48"/>
            <p:cNvSpPr txBox="1"/>
            <p:nvPr>
              <p:custDataLst>
                <p:tags r:id="rId43"/>
              </p:custDataLst>
            </p:nvPr>
          </p:nvSpPr>
          <p:spPr>
            <a:xfrm>
              <a:off x="14785" y="5400"/>
              <a:ext cx="600" cy="33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83000"/>
                </a:lnSpc>
              </a:pPr>
              <a:r>
                <a:rPr sz="1500">
                  <a:solidFill>
                    <a:srgbClr val="6A5A4A"/>
                  </a:solidFill>
                  <a:latin typeface="微软雅黑" panose="020B0503020204020204" charset="-122"/>
                  <a:ea typeface="微软雅黑" panose="020B0503020204020204" charset="-122"/>
                </a:rPr>
                <a:t>→</a:t>
              </a:r>
              <a:endParaRPr sz="15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0" name="任意多边形 49"/>
            <p:cNvSpPr/>
            <p:nvPr>
              <p:custDataLst>
                <p:tags r:id="rId44"/>
              </p:custDataLst>
            </p:nvPr>
          </p:nvSpPr>
          <p:spPr>
            <a:xfrm>
              <a:off x="15212" y="5257"/>
              <a:ext cx="1575" cy="630"/>
            </a:xfrm>
            <a:custGeom>
              <a:avLst/>
              <a:gdLst>
                <a:gd name="sw" fmla="*/ 1 w 1575"/>
                <a:gd name="sh" fmla="*/ 1 h 630"/>
                <a:gd name="mins" fmla="min sw sh"/>
                <a:gd name="dsw" fmla="+- 0 sw mins"/>
                <a:gd name="dsh" fmla="+- 0 sh mins"/>
                <a:gd name="p0x0" fmla="*/ 60 w 1575"/>
                <a:gd name="p0y0" fmla="*/ 0 h 630"/>
                <a:gd name="p0x1" fmla="*/ 1515 w 1575"/>
                <a:gd name="p0y1" fmla="*/ 0 h 630"/>
                <a:gd name="p0x2" fmla="*/ 1548 w 1575"/>
                <a:gd name="p0y2" fmla="*/ 0 h 630"/>
                <a:gd name="p0x3" fmla="*/ 1575 w 1575"/>
                <a:gd name="p0y3" fmla="*/ 26 h 630"/>
                <a:gd name="p0x4" fmla="*/ 1575 w 1575"/>
                <a:gd name="p0y4" fmla="*/ 60 h 630"/>
                <a:gd name="p0x5" fmla="*/ 1575 w 1575"/>
                <a:gd name="p0y5" fmla="*/ 570 h 630"/>
                <a:gd name="p0x6" fmla="*/ 1575 w 1575"/>
                <a:gd name="p0y6" fmla="*/ 603 h 630"/>
                <a:gd name="p0x7" fmla="*/ 1548 w 1575"/>
                <a:gd name="p0y7" fmla="*/ 630 h 630"/>
                <a:gd name="p0x8" fmla="*/ 1515 w 1575"/>
                <a:gd name="p0y8" fmla="*/ 630 h 630"/>
                <a:gd name="p0x9" fmla="*/ 60 w 1575"/>
                <a:gd name="p0y9" fmla="*/ 630 h 630"/>
                <a:gd name="p0x10" fmla="*/ 26 w 1575"/>
                <a:gd name="p0y10" fmla="*/ 630 h 630"/>
                <a:gd name="p0x11" fmla="*/ 0 w 1575"/>
                <a:gd name="p0y11" fmla="*/ 603 h 630"/>
                <a:gd name="p0x12" fmla="*/ 0 w 1575"/>
                <a:gd name="p0y12" fmla="*/ 570 h 630"/>
                <a:gd name="p0x13" fmla="*/ 0 w 1575"/>
                <a:gd name="p0y13" fmla="*/ 60 h 630"/>
                <a:gd name="p0x14" fmla="*/ 0 w 1575"/>
                <a:gd name="p0y14" fmla="*/ 26 h 630"/>
                <a:gd name="p0x15" fmla="*/ 26 w 1575"/>
                <a:gd name="p0y15" fmla="*/ 0 h 630"/>
                <a:gd name="p0x16" fmla="*/ 60 w 1575"/>
                <a:gd name="p0y16" fmla="*/ 0 h 63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DE8C3"/>
            </a:solidFill>
            <a:ln w="9525" cmpd="sng">
              <a:solidFill>
                <a:srgbClr val="E8D8C8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1" name="文本框 50"/>
            <p:cNvSpPr txBox="1"/>
            <p:nvPr>
              <p:custDataLst>
                <p:tags r:id="rId45"/>
              </p:custDataLst>
            </p:nvPr>
          </p:nvSpPr>
          <p:spPr>
            <a:xfrm>
              <a:off x="15400" y="5363"/>
              <a:ext cx="1500" cy="41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04000"/>
                </a:lnSpc>
              </a:pPr>
              <a:r>
                <a:rPr sz="1500">
                  <a:solidFill>
                    <a:srgbClr val="3A2A1A"/>
                  </a:solidFill>
                  <a:latin typeface="微软雅黑" panose="020B0503020204020204" charset="-122"/>
                  <a:ea typeface="微软雅黑" panose="020B0503020204020204" charset="-122"/>
                </a:rPr>
                <a:t>紧急转介</a:t>
              </a:r>
              <a:endParaRPr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8301990" y="3890645"/>
            <a:ext cx="3232150" cy="1028065"/>
            <a:chOff x="13074" y="7132"/>
            <a:chExt cx="5090" cy="614"/>
          </a:xfrm>
        </p:grpSpPr>
        <p:sp>
          <p:nvSpPr>
            <p:cNvPr id="52" name="任意多边形 51"/>
            <p:cNvSpPr/>
            <p:nvPr>
              <p:custDataLst>
                <p:tags r:id="rId46"/>
              </p:custDataLst>
            </p:nvPr>
          </p:nvSpPr>
          <p:spPr>
            <a:xfrm>
              <a:off x="13074" y="7132"/>
              <a:ext cx="5091" cy="615"/>
            </a:xfrm>
            <a:custGeom>
              <a:avLst/>
              <a:gdLst>
                <a:gd name="sw" fmla="*/ 1 w 5090"/>
                <a:gd name="sh" fmla="*/ 1 h 615"/>
                <a:gd name="mins" fmla="min sw sh"/>
                <a:gd name="dsw" fmla="+- 0 sw mins"/>
                <a:gd name="dsh" fmla="+- 0 sh mins"/>
                <a:gd name="p0x0" fmla="*/ 0 w 5090"/>
                <a:gd name="p0y0" fmla="*/ 0 h 615"/>
                <a:gd name="p0x1" fmla="*/ 5090 w 5090"/>
                <a:gd name="p0y1" fmla="*/ 0 h 615"/>
                <a:gd name="p0x2" fmla="*/ 5090 w 5090"/>
                <a:gd name="p0y2" fmla="*/ 615 h 615"/>
                <a:gd name="p0x3" fmla="*/ 0 w 5090"/>
                <a:gd name="p0y3" fmla="*/ 615 h 615"/>
                <a:gd name="p0x4" fmla="*/ 0 w 5090"/>
                <a:gd name="p0y4" fmla="*/ 0 h 6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3" name="任意多边形 52"/>
            <p:cNvSpPr/>
            <p:nvPr>
              <p:custDataLst>
                <p:tags r:id="rId47"/>
              </p:custDataLst>
            </p:nvPr>
          </p:nvSpPr>
          <p:spPr>
            <a:xfrm>
              <a:off x="13074" y="7132"/>
              <a:ext cx="5091" cy="15"/>
            </a:xfrm>
            <a:custGeom>
              <a:avLst/>
              <a:gdLst>
                <a:gd name="sw" fmla="*/ 1 w 5090"/>
                <a:gd name="sh" fmla="*/ 1 h 15"/>
                <a:gd name="mins" fmla="min sw sh"/>
                <a:gd name="dsw" fmla="+- 0 sw mins"/>
                <a:gd name="dsh" fmla="+- 0 sh mins"/>
                <a:gd name="p0x0" fmla="*/ 0 w 5090"/>
                <a:gd name="p0y0" fmla="*/ 0 h 15"/>
                <a:gd name="p0x1" fmla="*/ 5090 w 5090"/>
                <a:gd name="p0y1" fmla="*/ 0 h 15"/>
                <a:gd name="p0x2" fmla="*/ 5090 w 5090"/>
                <a:gd name="p0y2" fmla="*/ 15 h 15"/>
                <a:gd name="p0x3" fmla="*/ 0 w 5090"/>
                <a:gd name="p0y3" fmla="*/ 15 h 15"/>
                <a:gd name="p0x4" fmla="*/ 0 w 5090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E8D8C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55" name="文本框 54"/>
          <p:cNvSpPr txBox="1"/>
          <p:nvPr>
            <p:custDataLst>
              <p:tags r:id="rId48"/>
            </p:custDataLst>
          </p:nvPr>
        </p:nvSpPr>
        <p:spPr>
          <a:xfrm>
            <a:off x="8302625" y="4113530"/>
            <a:ext cx="3232150" cy="8159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</a:rPr>
              <a:t>闭环价值：不让普通测评或资源查询延迟安全支持。</a:t>
            </a:r>
            <a:endParaRPr lang="zh-CN" altLang="en-US" sz="1500">
              <a:solidFill>
                <a:srgbClr val="6A5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矩形 55"/>
          <p:cNvSpPr/>
          <p:nvPr>
            <p:custDataLst>
              <p:tags r:id="rId49"/>
            </p:custDataLst>
          </p:nvPr>
        </p:nvSpPr>
        <p:spPr>
          <a:xfrm>
            <a:off x="461645" y="5314950"/>
            <a:ext cx="11268075" cy="1080770"/>
          </a:xfrm>
          <a:prstGeom prst="rect">
            <a:avLst/>
          </a:prstGeom>
          <a:solidFill>
            <a:srgbClr val="FEFCF9"/>
          </a:solidFill>
          <a:ln w="9525" cmpd="sng">
            <a:solidFill>
              <a:srgbClr val="F0E8DC"/>
            </a:solidFill>
            <a:prstDash val="solid"/>
          </a:ln>
          <a:effectLst>
            <a:outerShdw blurRad="42863" dist="9525" dir="5399999" algn="ctr" rotWithShape="0">
              <a:srgbClr val="5A3A0A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文本框 56"/>
          <p:cNvSpPr txBox="1"/>
          <p:nvPr>
            <p:custDataLst>
              <p:tags r:id="rId50"/>
            </p:custDataLst>
          </p:nvPr>
        </p:nvSpPr>
        <p:spPr>
          <a:xfrm>
            <a:off x="657225" y="5494020"/>
            <a:ext cx="1087755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测试验证</a:t>
            </a:r>
            <a:endParaRPr sz="210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任意多边形 57"/>
          <p:cNvSpPr/>
          <p:nvPr>
            <p:custDataLst>
              <p:tags r:id="rId51"/>
            </p:custDataLst>
          </p:nvPr>
        </p:nvSpPr>
        <p:spPr>
          <a:xfrm>
            <a:off x="657225" y="6021705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5A62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文本框 58"/>
          <p:cNvSpPr txBox="1"/>
          <p:nvPr>
            <p:custDataLst>
              <p:tags r:id="rId52"/>
            </p:custDataLst>
          </p:nvPr>
        </p:nvSpPr>
        <p:spPr>
          <a:xfrm>
            <a:off x="809625" y="5934075"/>
            <a:ext cx="1207446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GAD-7</a:t>
            </a:r>
            <a:r>
              <a:rPr lang="zh-CN"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得分</a:t>
            </a:r>
            <a:endParaRPr lang="zh-CN" sz="1500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文本框 59"/>
          <p:cNvSpPr txBox="1"/>
          <p:nvPr>
            <p:custDataLst>
              <p:tags r:id="rId53"/>
            </p:custDataLst>
          </p:nvPr>
        </p:nvSpPr>
        <p:spPr>
          <a:xfrm>
            <a:off x="1902771" y="5919788"/>
            <a:ext cx="682971" cy="2809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650" b="1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</a:rPr>
              <a:t>9/21</a:t>
            </a:r>
            <a:endParaRPr sz="1650" b="1">
              <a:solidFill>
                <a:srgbClr val="F5A62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文本框 60"/>
          <p:cNvSpPr txBox="1"/>
          <p:nvPr>
            <p:custDataLst>
              <p:tags r:id="rId54"/>
            </p:custDataLst>
          </p:nvPr>
        </p:nvSpPr>
        <p:spPr>
          <a:xfrm>
            <a:off x="2452392" y="5934075"/>
            <a:ext cx="952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判定轻度</a:t>
            </a:r>
            <a:endParaRPr sz="1500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任意多边形 61"/>
          <p:cNvSpPr/>
          <p:nvPr>
            <p:custDataLst>
              <p:tags r:id="rId55"/>
            </p:custDataLst>
          </p:nvPr>
        </p:nvSpPr>
        <p:spPr>
          <a:xfrm>
            <a:off x="3290570" y="6021705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5A62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文本框 62"/>
          <p:cNvSpPr txBox="1"/>
          <p:nvPr>
            <p:custDataLst>
              <p:tags r:id="rId56"/>
            </p:custDataLst>
          </p:nvPr>
        </p:nvSpPr>
        <p:spPr>
          <a:xfrm>
            <a:off x="3442992" y="5934075"/>
            <a:ext cx="2095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危机识别安全路径优先</a:t>
            </a:r>
            <a:endParaRPr sz="1500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任意多边形 63"/>
          <p:cNvSpPr/>
          <p:nvPr>
            <p:custDataLst>
              <p:tags r:id="rId57"/>
            </p:custDataLst>
          </p:nvPr>
        </p:nvSpPr>
        <p:spPr>
          <a:xfrm>
            <a:off x="5424170" y="6021705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5A62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5" name="文本框 64"/>
          <p:cNvSpPr txBox="1"/>
          <p:nvPr>
            <p:custDataLst>
              <p:tags r:id="rId58"/>
            </p:custDataLst>
          </p:nvPr>
        </p:nvSpPr>
        <p:spPr>
          <a:xfrm>
            <a:off x="5576592" y="5934075"/>
            <a:ext cx="952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离线校验</a:t>
            </a:r>
            <a:endParaRPr sz="1500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文本框 65"/>
          <p:cNvSpPr txBox="1"/>
          <p:nvPr>
            <p:custDataLst>
              <p:tags r:id="rId59"/>
            </p:custDataLst>
          </p:nvPr>
        </p:nvSpPr>
        <p:spPr>
          <a:xfrm>
            <a:off x="6414792" y="5919788"/>
            <a:ext cx="471116" cy="2809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650" b="1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</a:rPr>
              <a:t>35</a:t>
            </a:r>
            <a:endParaRPr sz="1650" b="1">
              <a:solidFill>
                <a:srgbClr val="F5A62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文本框 66"/>
          <p:cNvSpPr txBox="1"/>
          <p:nvPr>
            <p:custDataLst>
              <p:tags r:id="rId60"/>
            </p:custDataLst>
          </p:nvPr>
        </p:nvSpPr>
        <p:spPr>
          <a:xfrm>
            <a:off x="6752558" y="5934075"/>
            <a:ext cx="571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节点</a:t>
            </a:r>
            <a:endParaRPr sz="1500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文本框 67"/>
          <p:cNvSpPr txBox="1"/>
          <p:nvPr>
            <p:custDataLst>
              <p:tags r:id="rId61"/>
            </p:custDataLst>
          </p:nvPr>
        </p:nvSpPr>
        <p:spPr>
          <a:xfrm>
            <a:off x="7209758" y="5919788"/>
            <a:ext cx="471116" cy="2809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650" b="1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</a:rPr>
              <a:t>36</a:t>
            </a:r>
            <a:endParaRPr sz="1650" b="1">
              <a:solidFill>
                <a:srgbClr val="F5A62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文本框 68"/>
          <p:cNvSpPr txBox="1"/>
          <p:nvPr>
            <p:custDataLst>
              <p:tags r:id="rId62"/>
            </p:custDataLst>
          </p:nvPr>
        </p:nvSpPr>
        <p:spPr>
          <a:xfrm>
            <a:off x="7547525" y="5934075"/>
            <a:ext cx="1714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连线，类型不匹配</a:t>
            </a:r>
            <a:endParaRPr sz="1500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文本框 69"/>
          <p:cNvSpPr txBox="1"/>
          <p:nvPr>
            <p:custDataLst>
              <p:tags r:id="rId63"/>
            </p:custDataLst>
          </p:nvPr>
        </p:nvSpPr>
        <p:spPr>
          <a:xfrm>
            <a:off x="9147725" y="5919788"/>
            <a:ext cx="340366" cy="2809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650" b="1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sz="1650" b="1">
              <a:solidFill>
                <a:srgbClr val="F5A62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文本框 70"/>
          <p:cNvSpPr txBox="1"/>
          <p:nvPr>
            <p:custDataLst>
              <p:tags r:id="rId64"/>
            </p:custDataLst>
          </p:nvPr>
        </p:nvSpPr>
        <p:spPr>
          <a:xfrm>
            <a:off x="9354741" y="5934075"/>
            <a:ext cx="15240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处，全部可编译</a:t>
            </a:r>
            <a:endParaRPr sz="1500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任意多边形 2"/>
          <p:cNvSpPr/>
          <p:nvPr>
            <p:custDataLst>
              <p:tags r:id="rId65"/>
            </p:custDataLst>
          </p:nvPr>
        </p:nvSpPr>
        <p:spPr>
          <a:xfrm>
            <a:off x="457200" y="561975"/>
            <a:ext cx="38100" cy="266700"/>
          </a:xfrm>
          <a:custGeom>
            <a:avLst/>
            <a:gdLst>
              <a:gd name="sw" fmla="*/ 1 w 60"/>
              <a:gd name="sh" fmla="*/ 1 h 420"/>
              <a:gd name="mins" fmla="min sw sh"/>
              <a:gd name="dsw" fmla="+- 0 sw mins"/>
              <a:gd name="dsh" fmla="+- 0 sh mins"/>
              <a:gd name="p0x0" fmla="*/ 30 w 60"/>
              <a:gd name="p0y0" fmla="*/ 0 h 420"/>
              <a:gd name="p0x1" fmla="*/ 46 w 60"/>
              <a:gd name="p0y1" fmla="*/ 0 h 420"/>
              <a:gd name="p0x2" fmla="*/ 60 w 60"/>
              <a:gd name="p0y2" fmla="*/ 13 h 420"/>
              <a:gd name="p0x3" fmla="*/ 60 w 60"/>
              <a:gd name="p0y3" fmla="*/ 30 h 420"/>
              <a:gd name="p0x4" fmla="*/ 60 w 60"/>
              <a:gd name="p0y4" fmla="*/ 390 h 420"/>
              <a:gd name="p0x5" fmla="*/ 60 w 60"/>
              <a:gd name="p0y5" fmla="*/ 406 h 420"/>
              <a:gd name="p0x6" fmla="*/ 46 w 60"/>
              <a:gd name="p0y6" fmla="*/ 420 h 420"/>
              <a:gd name="p0x7" fmla="*/ 30 w 60"/>
              <a:gd name="p0y7" fmla="*/ 420 h 420"/>
              <a:gd name="p0x8" fmla="*/ 13 w 60"/>
              <a:gd name="p0y8" fmla="*/ 420 h 420"/>
              <a:gd name="p0x9" fmla="*/ 0 w 60"/>
              <a:gd name="p0y9" fmla="*/ 406 h 420"/>
              <a:gd name="p0x10" fmla="*/ 0 w 60"/>
              <a:gd name="p0y10" fmla="*/ 390 h 420"/>
              <a:gd name="p0x11" fmla="*/ 0 w 60"/>
              <a:gd name="p0y11" fmla="*/ 30 h 420"/>
              <a:gd name="p0x12" fmla="*/ 0 w 60"/>
              <a:gd name="p0y12" fmla="*/ 13 h 420"/>
              <a:gd name="p0x13" fmla="*/ 13 w 60"/>
              <a:gd name="p0y13" fmla="*/ 0 h 420"/>
              <a:gd name="p0x14" fmla="*/ 30 w 60"/>
              <a:gd name="p0y14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5A62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66"/>
            </p:custDataLst>
          </p:nvPr>
        </p:nvSpPr>
        <p:spPr>
          <a:xfrm>
            <a:off x="571500" y="433705"/>
            <a:ext cx="4147820" cy="5194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30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10 </a:t>
            </a:r>
            <a:r>
              <a:rPr sz="30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业务闭环与测试评估</a:t>
            </a:r>
            <a:endParaRPr sz="300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任意多边形 2"/>
          <p:cNvSpPr/>
          <p:nvPr>
            <p:custDataLst>
              <p:tags r:id="rId1"/>
            </p:custDataLst>
          </p:nvPr>
        </p:nvSpPr>
        <p:spPr>
          <a:xfrm>
            <a:off x="457200" y="561975"/>
            <a:ext cx="38100" cy="266700"/>
          </a:xfrm>
          <a:custGeom>
            <a:avLst/>
            <a:gdLst>
              <a:gd name="sw" fmla="*/ 1 w 60"/>
              <a:gd name="sh" fmla="*/ 1 h 420"/>
              <a:gd name="mins" fmla="min sw sh"/>
              <a:gd name="dsw" fmla="+- 0 sw mins"/>
              <a:gd name="dsh" fmla="+- 0 sh mins"/>
              <a:gd name="p0x0" fmla="*/ 30 w 60"/>
              <a:gd name="p0y0" fmla="*/ 0 h 420"/>
              <a:gd name="p0x1" fmla="*/ 46 w 60"/>
              <a:gd name="p0y1" fmla="*/ 0 h 420"/>
              <a:gd name="p0x2" fmla="*/ 60 w 60"/>
              <a:gd name="p0y2" fmla="*/ 13 h 420"/>
              <a:gd name="p0x3" fmla="*/ 60 w 60"/>
              <a:gd name="p0y3" fmla="*/ 30 h 420"/>
              <a:gd name="p0x4" fmla="*/ 60 w 60"/>
              <a:gd name="p0y4" fmla="*/ 390 h 420"/>
              <a:gd name="p0x5" fmla="*/ 60 w 60"/>
              <a:gd name="p0y5" fmla="*/ 406 h 420"/>
              <a:gd name="p0x6" fmla="*/ 46 w 60"/>
              <a:gd name="p0y6" fmla="*/ 420 h 420"/>
              <a:gd name="p0x7" fmla="*/ 30 w 60"/>
              <a:gd name="p0y7" fmla="*/ 420 h 420"/>
              <a:gd name="p0x8" fmla="*/ 13 w 60"/>
              <a:gd name="p0y8" fmla="*/ 420 h 420"/>
              <a:gd name="p0x9" fmla="*/ 0 w 60"/>
              <a:gd name="p0y9" fmla="*/ 406 h 420"/>
              <a:gd name="p0x10" fmla="*/ 0 w 60"/>
              <a:gd name="p0y10" fmla="*/ 390 h 420"/>
              <a:gd name="p0x11" fmla="*/ 0 w 60"/>
              <a:gd name="p0y11" fmla="*/ 30 h 420"/>
              <a:gd name="p0x12" fmla="*/ 0 w 60"/>
              <a:gd name="p0y12" fmla="*/ 13 h 420"/>
              <a:gd name="p0x13" fmla="*/ 13 w 60"/>
              <a:gd name="p0y13" fmla="*/ 0 h 420"/>
              <a:gd name="p0x14" fmla="*/ 30 w 60"/>
              <a:gd name="p0y14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5A62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647700" y="433705"/>
            <a:ext cx="4374515" cy="5194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30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11 </a:t>
            </a:r>
            <a:r>
              <a:rPr sz="30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推广价值与优化路线</a:t>
            </a:r>
            <a:endParaRPr sz="300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500247" y="581025"/>
            <a:ext cx="406003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 spc="81">
                <a:solidFill>
                  <a:srgbClr val="8A7A6A"/>
                </a:solidFill>
                <a:latin typeface="微软雅黑" panose="020B0503020204020204" charset="-122"/>
                <a:ea typeface="微软雅黑" panose="020B0503020204020204" charset="-122"/>
              </a:rPr>
              <a:t>13</a:t>
            </a:r>
            <a:endParaRPr sz="1350" spc="81">
              <a:solidFill>
                <a:srgbClr val="8A7A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任意多边形 5"/>
          <p:cNvSpPr/>
          <p:nvPr>
            <p:custDataLst>
              <p:tags r:id="rId4"/>
            </p:custDataLst>
          </p:nvPr>
        </p:nvSpPr>
        <p:spPr>
          <a:xfrm>
            <a:off x="457200" y="1261745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5A62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647700" y="1123950"/>
            <a:ext cx="1866900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三方推广价值</a:t>
            </a:r>
            <a:endParaRPr sz="210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任意多边形 7"/>
          <p:cNvSpPr/>
          <p:nvPr>
            <p:custDataLst>
              <p:tags r:id="rId6"/>
            </p:custDataLst>
          </p:nvPr>
        </p:nvSpPr>
        <p:spPr>
          <a:xfrm>
            <a:off x="461645" y="1595120"/>
            <a:ext cx="3622675" cy="1584960"/>
          </a:xfrm>
          <a:custGeom>
            <a:avLst/>
            <a:gdLst>
              <a:gd name="sw" fmla="*/ 1 w 5704"/>
              <a:gd name="sh" fmla="*/ 1 h 2496"/>
              <a:gd name="mins" fmla="min sw sh"/>
              <a:gd name="dsw" fmla="+- 0 sw mins"/>
              <a:gd name="dsh" fmla="+- 0 sh mins"/>
              <a:gd name="p0x0" fmla="*/ 240 w 5704"/>
              <a:gd name="p0y0" fmla="*/ 0 h 2496"/>
              <a:gd name="p0x1" fmla="*/ 5464 w 5704"/>
              <a:gd name="p0y1" fmla="*/ 0 h 2496"/>
              <a:gd name="p0x2" fmla="*/ 5597 w 5704"/>
              <a:gd name="p0y2" fmla="*/ 0 h 2496"/>
              <a:gd name="p0x3" fmla="*/ 5704 w 5704"/>
              <a:gd name="p0y3" fmla="*/ 107 h 2496"/>
              <a:gd name="p0x4" fmla="*/ 5704 w 5704"/>
              <a:gd name="p0y4" fmla="*/ 240 h 2496"/>
              <a:gd name="p0x5" fmla="*/ 5704 w 5704"/>
              <a:gd name="p0y5" fmla="*/ 2256 h 2496"/>
              <a:gd name="p0x6" fmla="*/ 5704 w 5704"/>
              <a:gd name="p0y6" fmla="*/ 2388 h 2496"/>
              <a:gd name="p0x7" fmla="*/ 5597 w 5704"/>
              <a:gd name="p0y7" fmla="*/ 2496 h 2496"/>
              <a:gd name="p0x8" fmla="*/ 5464 w 5704"/>
              <a:gd name="p0y8" fmla="*/ 2496 h 2496"/>
              <a:gd name="p0x9" fmla="*/ 240 w 5704"/>
              <a:gd name="p0y9" fmla="*/ 2496 h 2496"/>
              <a:gd name="p0x10" fmla="*/ 107 w 5704"/>
              <a:gd name="p0y10" fmla="*/ 2496 h 2496"/>
              <a:gd name="p0x11" fmla="*/ 0 w 5704"/>
              <a:gd name="p0y11" fmla="*/ 2388 h 2496"/>
              <a:gd name="p0x12" fmla="*/ 0 w 5704"/>
              <a:gd name="p0y12" fmla="*/ 2256 h 2496"/>
              <a:gd name="p0x13" fmla="*/ 0 w 5704"/>
              <a:gd name="p0y13" fmla="*/ 240 h 2496"/>
              <a:gd name="p0x14" fmla="*/ 0 w 5704"/>
              <a:gd name="p0y14" fmla="*/ 107 h 2496"/>
              <a:gd name="p0x15" fmla="*/ 107 w 5704"/>
              <a:gd name="p0y15" fmla="*/ 0 h 2496"/>
              <a:gd name="p0x16" fmla="*/ 240 w 5704"/>
              <a:gd name="p0y16" fmla="*/ 0 h 249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EFCF9"/>
          </a:solidFill>
          <a:ln w="9525" cmpd="sng">
            <a:solidFill>
              <a:srgbClr val="F0E8DC"/>
            </a:solidFill>
            <a:prstDash val="solid"/>
          </a:ln>
          <a:effectLst>
            <a:outerShdw blurRad="42863" dist="9525" dir="5399999" algn="ctr" rotWithShape="0">
              <a:srgbClr val="5A3A0A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>
            <p:custDataLst>
              <p:tags r:id="rId7"/>
            </p:custDataLst>
          </p:nvPr>
        </p:nvSpPr>
        <p:spPr>
          <a:xfrm>
            <a:off x="657225" y="1790700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20 w 780"/>
              <a:gd name="p0y0" fmla="*/ 0 h 780"/>
              <a:gd name="p0x1" fmla="*/ 660 w 780"/>
              <a:gd name="p0y1" fmla="*/ 0 h 780"/>
              <a:gd name="p0x2" fmla="*/ 726 w 780"/>
              <a:gd name="p0y2" fmla="*/ 0 h 780"/>
              <a:gd name="p0x3" fmla="*/ 780 w 780"/>
              <a:gd name="p0y3" fmla="*/ 53 h 780"/>
              <a:gd name="p0x4" fmla="*/ 780 w 780"/>
              <a:gd name="p0y4" fmla="*/ 120 h 780"/>
              <a:gd name="p0x5" fmla="*/ 780 w 780"/>
              <a:gd name="p0y5" fmla="*/ 660 h 780"/>
              <a:gd name="p0x6" fmla="*/ 780 w 780"/>
              <a:gd name="p0y6" fmla="*/ 726 h 780"/>
              <a:gd name="p0x7" fmla="*/ 726 w 780"/>
              <a:gd name="p0y7" fmla="*/ 780 h 780"/>
              <a:gd name="p0x8" fmla="*/ 660 w 780"/>
              <a:gd name="p0y8" fmla="*/ 780 h 780"/>
              <a:gd name="p0x9" fmla="*/ 120 w 780"/>
              <a:gd name="p0y9" fmla="*/ 780 h 780"/>
              <a:gd name="p0x10" fmla="*/ 53 w 780"/>
              <a:gd name="p0y10" fmla="*/ 780 h 780"/>
              <a:gd name="p0x11" fmla="*/ 0 w 780"/>
              <a:gd name="p0y11" fmla="*/ 726 h 780"/>
              <a:gd name="p0x12" fmla="*/ 0 w 780"/>
              <a:gd name="p0y12" fmla="*/ 660 h 780"/>
              <a:gd name="p0x13" fmla="*/ 0 w 780"/>
              <a:gd name="p0y13" fmla="*/ 120 h 780"/>
              <a:gd name="p0x14" fmla="*/ 0 w 780"/>
              <a:gd name="p0y14" fmla="*/ 53 h 780"/>
              <a:gd name="p0x15" fmla="*/ 53 w 780"/>
              <a:gd name="p0y15" fmla="*/ 0 h 780"/>
              <a:gd name="p0x16" fmla="*/ 12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E8C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2475" y="1885950"/>
            <a:ext cx="304800" cy="304800"/>
          </a:xfrm>
          <a:prstGeom prst="rect">
            <a:avLst/>
          </a:prstGeom>
          <a:noFill/>
        </p:spPr>
      </p:pic>
      <p:sp>
        <p:nvSpPr>
          <p:cNvPr id="12" name="文本框 11"/>
          <p:cNvSpPr txBox="1"/>
          <p:nvPr>
            <p:custDataLst>
              <p:tags r:id="rId11"/>
            </p:custDataLst>
          </p:nvPr>
        </p:nvSpPr>
        <p:spPr>
          <a:xfrm>
            <a:off x="1266825" y="1862138"/>
            <a:ext cx="1066800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学生端</a:t>
            </a:r>
            <a:endParaRPr sz="210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657225" y="2347913"/>
            <a:ext cx="3232099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</a:rPr>
              <a:t>全天候低门槛入口，</a:t>
            </a:r>
            <a:r>
              <a:rPr lang="zh-CN" altLang="en-US" sz="15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</a:rPr>
              <a:t>帮助学生先表达、再评估、后行动，</a:t>
            </a:r>
            <a:r>
              <a:rPr sz="15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</a:rPr>
              <a:t>降低首次求助压力</a:t>
            </a:r>
            <a:endParaRPr sz="1500">
              <a:solidFill>
                <a:srgbClr val="6A5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3"/>
            </p:custDataLst>
          </p:nvPr>
        </p:nvSpPr>
        <p:spPr>
          <a:xfrm>
            <a:off x="4284345" y="1595120"/>
            <a:ext cx="3622675" cy="1584960"/>
          </a:xfrm>
          <a:custGeom>
            <a:avLst/>
            <a:gdLst>
              <a:gd name="sw" fmla="*/ 1 w 5705"/>
              <a:gd name="sh" fmla="*/ 1 h 2496"/>
              <a:gd name="mins" fmla="min sw sh"/>
              <a:gd name="dsw" fmla="+- 0 sw mins"/>
              <a:gd name="dsh" fmla="+- 0 sh mins"/>
              <a:gd name="p0x0" fmla="*/ 240 w 5705"/>
              <a:gd name="p0y0" fmla="*/ 0 h 2496"/>
              <a:gd name="p0x1" fmla="*/ 5465 w 5705"/>
              <a:gd name="p0y1" fmla="*/ 0 h 2496"/>
              <a:gd name="p0x2" fmla="*/ 5597 w 5705"/>
              <a:gd name="p0y2" fmla="*/ 0 h 2496"/>
              <a:gd name="p0x3" fmla="*/ 5705 w 5705"/>
              <a:gd name="p0y3" fmla="*/ 107 h 2496"/>
              <a:gd name="p0x4" fmla="*/ 5705 w 5705"/>
              <a:gd name="p0y4" fmla="*/ 240 h 2496"/>
              <a:gd name="p0x5" fmla="*/ 5705 w 5705"/>
              <a:gd name="p0y5" fmla="*/ 2256 h 2496"/>
              <a:gd name="p0x6" fmla="*/ 5705 w 5705"/>
              <a:gd name="p0y6" fmla="*/ 2388 h 2496"/>
              <a:gd name="p0x7" fmla="*/ 5597 w 5705"/>
              <a:gd name="p0y7" fmla="*/ 2496 h 2496"/>
              <a:gd name="p0x8" fmla="*/ 5465 w 5705"/>
              <a:gd name="p0y8" fmla="*/ 2496 h 2496"/>
              <a:gd name="p0x9" fmla="*/ 240 w 5705"/>
              <a:gd name="p0y9" fmla="*/ 2496 h 2496"/>
              <a:gd name="p0x10" fmla="*/ 107 w 5705"/>
              <a:gd name="p0y10" fmla="*/ 2496 h 2496"/>
              <a:gd name="p0x11" fmla="*/ 0 w 5705"/>
              <a:gd name="p0y11" fmla="*/ 2388 h 2496"/>
              <a:gd name="p0x12" fmla="*/ 0 w 5705"/>
              <a:gd name="p0y12" fmla="*/ 2256 h 2496"/>
              <a:gd name="p0x13" fmla="*/ 0 w 5705"/>
              <a:gd name="p0y13" fmla="*/ 240 h 2496"/>
              <a:gd name="p0x14" fmla="*/ 0 w 5705"/>
              <a:gd name="p0y14" fmla="*/ 107 h 2496"/>
              <a:gd name="p0x15" fmla="*/ 107 w 5705"/>
              <a:gd name="p0y15" fmla="*/ 0 h 2496"/>
              <a:gd name="p0x16" fmla="*/ 240 w 5705"/>
              <a:gd name="p0y16" fmla="*/ 0 h 249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EFCF9"/>
          </a:solidFill>
          <a:ln w="9525" cmpd="sng">
            <a:solidFill>
              <a:srgbClr val="F0E8DC"/>
            </a:solidFill>
            <a:prstDash val="solid"/>
          </a:ln>
          <a:effectLst>
            <a:outerShdw blurRad="42863" dist="9525" dir="5399999" algn="ctr" rotWithShape="0">
              <a:srgbClr val="5A3A0A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>
            <p:custDataLst>
              <p:tags r:id="rId14"/>
            </p:custDataLst>
          </p:nvPr>
        </p:nvSpPr>
        <p:spPr>
          <a:xfrm>
            <a:off x="4479290" y="1790700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20 w 780"/>
              <a:gd name="p0y0" fmla="*/ 0 h 780"/>
              <a:gd name="p0x1" fmla="*/ 660 w 780"/>
              <a:gd name="p0y1" fmla="*/ 0 h 780"/>
              <a:gd name="p0x2" fmla="*/ 726 w 780"/>
              <a:gd name="p0y2" fmla="*/ 0 h 780"/>
              <a:gd name="p0x3" fmla="*/ 780 w 780"/>
              <a:gd name="p0y3" fmla="*/ 53 h 780"/>
              <a:gd name="p0x4" fmla="*/ 780 w 780"/>
              <a:gd name="p0y4" fmla="*/ 120 h 780"/>
              <a:gd name="p0x5" fmla="*/ 780 w 780"/>
              <a:gd name="p0y5" fmla="*/ 660 h 780"/>
              <a:gd name="p0x6" fmla="*/ 780 w 780"/>
              <a:gd name="p0y6" fmla="*/ 726 h 780"/>
              <a:gd name="p0x7" fmla="*/ 726 w 780"/>
              <a:gd name="p0y7" fmla="*/ 780 h 780"/>
              <a:gd name="p0x8" fmla="*/ 660 w 780"/>
              <a:gd name="p0y8" fmla="*/ 780 h 780"/>
              <a:gd name="p0x9" fmla="*/ 120 w 780"/>
              <a:gd name="p0y9" fmla="*/ 780 h 780"/>
              <a:gd name="p0x10" fmla="*/ 53 w 780"/>
              <a:gd name="p0y10" fmla="*/ 780 h 780"/>
              <a:gd name="p0x11" fmla="*/ 0 w 780"/>
              <a:gd name="p0y11" fmla="*/ 726 h 780"/>
              <a:gd name="p0x12" fmla="*/ 0 w 780"/>
              <a:gd name="p0y12" fmla="*/ 660 h 780"/>
              <a:gd name="p0x13" fmla="*/ 0 w 780"/>
              <a:gd name="p0y13" fmla="*/ 120 h 780"/>
              <a:gd name="p0x14" fmla="*/ 0 w 780"/>
              <a:gd name="p0y14" fmla="*/ 53 h 780"/>
              <a:gd name="p0x15" fmla="*/ 53 w 780"/>
              <a:gd name="p0y15" fmla="*/ 0 h 780"/>
              <a:gd name="p0x16" fmla="*/ 12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9EEF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574540" y="1885950"/>
            <a:ext cx="304800" cy="304800"/>
          </a:xfrm>
          <a:prstGeom prst="rect">
            <a:avLst/>
          </a:prstGeom>
          <a:noFill/>
        </p:spPr>
      </p:pic>
      <p:sp>
        <p:nvSpPr>
          <p:cNvPr id="18" name="文本框 17"/>
          <p:cNvSpPr txBox="1"/>
          <p:nvPr>
            <p:custDataLst>
              <p:tags r:id="rId18"/>
            </p:custDataLst>
          </p:nvPr>
        </p:nvSpPr>
        <p:spPr>
          <a:xfrm>
            <a:off x="5089474" y="1862138"/>
            <a:ext cx="1066800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学校端</a:t>
            </a:r>
            <a:endParaRPr sz="210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19"/>
            </p:custDataLst>
          </p:nvPr>
        </p:nvSpPr>
        <p:spPr>
          <a:xfrm>
            <a:off x="4479874" y="2347913"/>
            <a:ext cx="323217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</a:rPr>
              <a:t>集中承接</a:t>
            </a:r>
            <a:r>
              <a:rPr lang="zh-CN" altLang="en-US" sz="15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</a:rPr>
              <a:t>预约、地址、费用、老师方向等</a:t>
            </a:r>
            <a:r>
              <a:rPr sz="15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</a:rPr>
              <a:t>高频问题，让人工聚焦复杂个案</a:t>
            </a:r>
            <a:endParaRPr sz="1500">
              <a:solidFill>
                <a:srgbClr val="6A5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任意多边形 19"/>
          <p:cNvSpPr/>
          <p:nvPr>
            <p:custDataLst>
              <p:tags r:id="rId20"/>
            </p:custDataLst>
          </p:nvPr>
        </p:nvSpPr>
        <p:spPr>
          <a:xfrm>
            <a:off x="8107045" y="1595120"/>
            <a:ext cx="3622675" cy="1584960"/>
          </a:xfrm>
          <a:custGeom>
            <a:avLst/>
            <a:gdLst>
              <a:gd name="sw" fmla="*/ 1 w 5705"/>
              <a:gd name="sh" fmla="*/ 1 h 2496"/>
              <a:gd name="mins" fmla="min sw sh"/>
              <a:gd name="dsw" fmla="+- 0 sw mins"/>
              <a:gd name="dsh" fmla="+- 0 sh mins"/>
              <a:gd name="p0x0" fmla="*/ 240 w 5705"/>
              <a:gd name="p0y0" fmla="*/ 0 h 2496"/>
              <a:gd name="p0x1" fmla="*/ 5465 w 5705"/>
              <a:gd name="p0y1" fmla="*/ 0 h 2496"/>
              <a:gd name="p0x2" fmla="*/ 5597 w 5705"/>
              <a:gd name="p0y2" fmla="*/ 0 h 2496"/>
              <a:gd name="p0x3" fmla="*/ 5705 w 5705"/>
              <a:gd name="p0y3" fmla="*/ 107 h 2496"/>
              <a:gd name="p0x4" fmla="*/ 5705 w 5705"/>
              <a:gd name="p0y4" fmla="*/ 240 h 2496"/>
              <a:gd name="p0x5" fmla="*/ 5705 w 5705"/>
              <a:gd name="p0y5" fmla="*/ 2256 h 2496"/>
              <a:gd name="p0x6" fmla="*/ 5705 w 5705"/>
              <a:gd name="p0y6" fmla="*/ 2388 h 2496"/>
              <a:gd name="p0x7" fmla="*/ 5597 w 5705"/>
              <a:gd name="p0y7" fmla="*/ 2496 h 2496"/>
              <a:gd name="p0x8" fmla="*/ 5465 w 5705"/>
              <a:gd name="p0y8" fmla="*/ 2496 h 2496"/>
              <a:gd name="p0x9" fmla="*/ 240 w 5705"/>
              <a:gd name="p0y9" fmla="*/ 2496 h 2496"/>
              <a:gd name="p0x10" fmla="*/ 107 w 5705"/>
              <a:gd name="p0y10" fmla="*/ 2496 h 2496"/>
              <a:gd name="p0x11" fmla="*/ 0 w 5705"/>
              <a:gd name="p0y11" fmla="*/ 2388 h 2496"/>
              <a:gd name="p0x12" fmla="*/ 0 w 5705"/>
              <a:gd name="p0y12" fmla="*/ 2256 h 2496"/>
              <a:gd name="p0x13" fmla="*/ 0 w 5705"/>
              <a:gd name="p0y13" fmla="*/ 240 h 2496"/>
              <a:gd name="p0x14" fmla="*/ 0 w 5705"/>
              <a:gd name="p0y14" fmla="*/ 107 h 2496"/>
              <a:gd name="p0x15" fmla="*/ 107 w 5705"/>
              <a:gd name="p0y15" fmla="*/ 0 h 2496"/>
              <a:gd name="p0x16" fmla="*/ 240 w 5705"/>
              <a:gd name="p0y16" fmla="*/ 0 h 249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EFCF9"/>
          </a:solidFill>
          <a:ln w="9525" cmpd="sng">
            <a:solidFill>
              <a:srgbClr val="F0E8DC"/>
            </a:solidFill>
            <a:prstDash val="solid"/>
          </a:ln>
          <a:effectLst>
            <a:outerShdw blurRad="42863" dist="9525" dir="5399999" algn="ctr" rotWithShape="0">
              <a:srgbClr val="5A3A0A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任意多边形 20"/>
          <p:cNvSpPr/>
          <p:nvPr>
            <p:custDataLst>
              <p:tags r:id="rId21"/>
            </p:custDataLst>
          </p:nvPr>
        </p:nvSpPr>
        <p:spPr>
          <a:xfrm>
            <a:off x="8301990" y="1790700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20 w 780"/>
              <a:gd name="p0y0" fmla="*/ 0 h 780"/>
              <a:gd name="p0x1" fmla="*/ 660 w 780"/>
              <a:gd name="p0y1" fmla="*/ 0 h 780"/>
              <a:gd name="p0x2" fmla="*/ 726 w 780"/>
              <a:gd name="p0y2" fmla="*/ 0 h 780"/>
              <a:gd name="p0x3" fmla="*/ 780 w 780"/>
              <a:gd name="p0y3" fmla="*/ 53 h 780"/>
              <a:gd name="p0x4" fmla="*/ 780 w 780"/>
              <a:gd name="p0y4" fmla="*/ 120 h 780"/>
              <a:gd name="p0x5" fmla="*/ 780 w 780"/>
              <a:gd name="p0y5" fmla="*/ 660 h 780"/>
              <a:gd name="p0x6" fmla="*/ 780 w 780"/>
              <a:gd name="p0y6" fmla="*/ 726 h 780"/>
              <a:gd name="p0x7" fmla="*/ 726 w 780"/>
              <a:gd name="p0y7" fmla="*/ 780 h 780"/>
              <a:gd name="p0x8" fmla="*/ 660 w 780"/>
              <a:gd name="p0y8" fmla="*/ 780 h 780"/>
              <a:gd name="p0x9" fmla="*/ 120 w 780"/>
              <a:gd name="p0y9" fmla="*/ 780 h 780"/>
              <a:gd name="p0x10" fmla="*/ 53 w 780"/>
              <a:gd name="p0y10" fmla="*/ 780 h 780"/>
              <a:gd name="p0x11" fmla="*/ 0 w 780"/>
              <a:gd name="p0y11" fmla="*/ 726 h 780"/>
              <a:gd name="p0x12" fmla="*/ 0 w 780"/>
              <a:gd name="p0y12" fmla="*/ 660 h 780"/>
              <a:gd name="p0x13" fmla="*/ 0 w 780"/>
              <a:gd name="p0y13" fmla="*/ 120 h 780"/>
              <a:gd name="p0x14" fmla="*/ 0 w 780"/>
              <a:gd name="p0y14" fmla="*/ 53 h 780"/>
              <a:gd name="p0x15" fmla="*/ 53 w 780"/>
              <a:gd name="p0y15" fmla="*/ 0 h 780"/>
              <a:gd name="p0x16" fmla="*/ 12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5D2C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2" name="图片 21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397240" y="1885950"/>
            <a:ext cx="304800" cy="304800"/>
          </a:xfrm>
          <a:prstGeom prst="rect">
            <a:avLst/>
          </a:prstGeom>
          <a:noFill/>
        </p:spPr>
      </p:pic>
      <p:sp>
        <p:nvSpPr>
          <p:cNvPr id="24" name="文本框 23"/>
          <p:cNvSpPr txBox="1"/>
          <p:nvPr>
            <p:custDataLst>
              <p:tags r:id="rId25"/>
            </p:custDataLst>
          </p:nvPr>
        </p:nvSpPr>
        <p:spPr>
          <a:xfrm>
            <a:off x="8912199" y="1862138"/>
            <a:ext cx="1066800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管理端</a:t>
            </a:r>
            <a:endParaRPr sz="210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26"/>
            </p:custDataLst>
          </p:nvPr>
        </p:nvSpPr>
        <p:spPr>
          <a:xfrm>
            <a:off x="8302599" y="2347913"/>
            <a:ext cx="3232176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</a:rPr>
              <a:t>标准工作流统一话术，</a:t>
            </a:r>
            <a:r>
              <a:rPr lang="zh-CN" altLang="en-US" sz="1500">
                <a:solidFill>
                  <a:srgbClr val="6A5A4A"/>
                </a:solidFill>
                <a:latin typeface="微软雅黑" panose="020B0503020204020204" charset="-122"/>
                <a:ea typeface="微软雅黑" panose="020B0503020204020204" charset="-122"/>
              </a:rPr>
              <a:t>便于版本管理、测试、审计和持续更新。</a:t>
            </a:r>
            <a:endParaRPr lang="zh-CN" altLang="en-US" sz="1500">
              <a:solidFill>
                <a:srgbClr val="6A5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27"/>
            </p:custDataLst>
          </p:nvPr>
        </p:nvSpPr>
        <p:spPr>
          <a:xfrm>
            <a:off x="457200" y="3513455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B8C8A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28"/>
            </p:custDataLst>
          </p:nvPr>
        </p:nvSpPr>
        <p:spPr>
          <a:xfrm>
            <a:off x="647700" y="3375870"/>
            <a:ext cx="2133600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三阶段优化路线</a:t>
            </a:r>
            <a:endParaRPr sz="210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任意多边形 58"/>
          <p:cNvSpPr/>
          <p:nvPr>
            <p:custDataLst>
              <p:tags r:id="rId29"/>
            </p:custDataLst>
          </p:nvPr>
        </p:nvSpPr>
        <p:spPr>
          <a:xfrm>
            <a:off x="461645" y="5814695"/>
            <a:ext cx="11268075" cy="581025"/>
          </a:xfrm>
          <a:custGeom>
            <a:avLst/>
            <a:gdLst>
              <a:gd name="sw" fmla="*/ 1 w 17745"/>
              <a:gd name="sh" fmla="*/ 1 h 915"/>
              <a:gd name="mins" fmla="min sw sh"/>
              <a:gd name="dsw" fmla="+- 0 sw mins"/>
              <a:gd name="dsh" fmla="+- 0 sh mins"/>
              <a:gd name="p0x0" fmla="*/ 120 w 17745"/>
              <a:gd name="p0y0" fmla="*/ 0 h 915"/>
              <a:gd name="p0x1" fmla="*/ 17625 w 17745"/>
              <a:gd name="p0y1" fmla="*/ 0 h 915"/>
              <a:gd name="p0x2" fmla="*/ 17691 w 17745"/>
              <a:gd name="p0y2" fmla="*/ 0 h 915"/>
              <a:gd name="p0x3" fmla="*/ 17745 w 17745"/>
              <a:gd name="p0y3" fmla="*/ 53 h 915"/>
              <a:gd name="p0x4" fmla="*/ 17745 w 17745"/>
              <a:gd name="p0y4" fmla="*/ 120 h 915"/>
              <a:gd name="p0x5" fmla="*/ 17745 w 17745"/>
              <a:gd name="p0y5" fmla="*/ 795 h 915"/>
              <a:gd name="p0x6" fmla="*/ 17745 w 17745"/>
              <a:gd name="p0y6" fmla="*/ 861 h 915"/>
              <a:gd name="p0x7" fmla="*/ 17691 w 17745"/>
              <a:gd name="p0y7" fmla="*/ 915 h 915"/>
              <a:gd name="p0x8" fmla="*/ 17625 w 17745"/>
              <a:gd name="p0y8" fmla="*/ 915 h 915"/>
              <a:gd name="p0x9" fmla="*/ 120 w 17745"/>
              <a:gd name="p0y9" fmla="*/ 915 h 915"/>
              <a:gd name="p0x10" fmla="*/ 53 w 17745"/>
              <a:gd name="p0y10" fmla="*/ 915 h 915"/>
              <a:gd name="p0x11" fmla="*/ 0 w 17745"/>
              <a:gd name="p0y11" fmla="*/ 861 h 915"/>
              <a:gd name="p0x12" fmla="*/ 0 w 17745"/>
              <a:gd name="p0y12" fmla="*/ 795 h 915"/>
              <a:gd name="p0x13" fmla="*/ 0 w 17745"/>
              <a:gd name="p0y13" fmla="*/ 120 h 915"/>
              <a:gd name="p0x14" fmla="*/ 0 w 17745"/>
              <a:gd name="p0y14" fmla="*/ 53 h 915"/>
              <a:gd name="p0x15" fmla="*/ 53 w 17745"/>
              <a:gd name="p0y15" fmla="*/ 0 h 915"/>
              <a:gd name="p0x16" fmla="*/ 120 w 17745"/>
              <a:gd name="p0y16" fmla="*/ 0 h 91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rgbClr val="FDE8C3"/>
              </a:gs>
              <a:gs pos="100000">
                <a:srgbClr val="FBF5ED"/>
              </a:gs>
            </a:gsLst>
            <a:lin ang="0"/>
          </a:gradFill>
          <a:ln w="9525" cmpd="sng">
            <a:solidFill>
              <a:srgbClr val="E8D8C8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任意多边形 59"/>
          <p:cNvSpPr/>
          <p:nvPr>
            <p:custDataLst>
              <p:tags r:id="rId30"/>
            </p:custDataLst>
          </p:nvPr>
        </p:nvSpPr>
        <p:spPr>
          <a:xfrm>
            <a:off x="657225" y="593407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5A62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1" name="图片 60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752475" y="6029325"/>
            <a:ext cx="152400" cy="152400"/>
          </a:xfrm>
          <a:prstGeom prst="rect">
            <a:avLst/>
          </a:prstGeom>
          <a:noFill/>
        </p:spPr>
      </p:pic>
      <p:sp>
        <p:nvSpPr>
          <p:cNvPr id="63" name="文本框 62"/>
          <p:cNvSpPr txBox="1"/>
          <p:nvPr>
            <p:custDataLst>
              <p:tags r:id="rId34"/>
            </p:custDataLst>
          </p:nvPr>
        </p:nvSpPr>
        <p:spPr>
          <a:xfrm>
            <a:off x="1114425" y="5938838"/>
            <a:ext cx="6771751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当前重点：完成</a:t>
            </a:r>
            <a:r>
              <a:rPr lang="en-US" altLang="zh-CN"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5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Phase 1 </a:t>
            </a:r>
            <a:r>
              <a:rPr lang="zh-CN" altLang="en-US" sz="15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上线准备</a:t>
            </a:r>
            <a:r>
              <a:rPr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，确保</a:t>
            </a:r>
            <a:r>
              <a:rPr lang="zh-CN"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了</a:t>
            </a:r>
            <a:r>
              <a:rPr sz="1500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知识库绑定与全分支回归测试通过</a:t>
            </a:r>
            <a:endParaRPr sz="1500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矩形 27"/>
          <p:cNvSpPr/>
          <p:nvPr>
            <p:custDataLst>
              <p:tags r:id="rId35"/>
            </p:custDataLst>
          </p:nvPr>
        </p:nvSpPr>
        <p:spPr>
          <a:xfrm>
            <a:off x="1358900" y="4166235"/>
            <a:ext cx="9473565" cy="19050"/>
          </a:xfrm>
          <a:prstGeom prst="rect">
            <a:avLst/>
          </a:prstGeom>
          <a:gradFill>
            <a:gsLst>
              <a:gs pos="0">
                <a:srgbClr val="F5A623">
                  <a:alpha val="35000"/>
                </a:srgbClr>
              </a:gs>
              <a:gs pos="50000">
                <a:srgbClr val="FFB87C">
                  <a:alpha val="35000"/>
                </a:srgbClr>
              </a:gs>
              <a:gs pos="100000">
                <a:srgbClr val="B8C8A0">
                  <a:alpha val="35000"/>
                </a:srgb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任意多边形 28"/>
          <p:cNvSpPr/>
          <p:nvPr>
            <p:custDataLst>
              <p:tags r:id="rId36"/>
            </p:custDataLst>
          </p:nvPr>
        </p:nvSpPr>
        <p:spPr>
          <a:xfrm>
            <a:off x="466725" y="3851910"/>
            <a:ext cx="3612515" cy="1758315"/>
          </a:xfrm>
          <a:custGeom>
            <a:avLst/>
            <a:gdLst>
              <a:gd name="sw" fmla="*/ 1 w 5689"/>
              <a:gd name="sh" fmla="*/ 1 h 2768"/>
              <a:gd name="mins" fmla="min sw sh"/>
              <a:gd name="dsw" fmla="+- 0 sw mins"/>
              <a:gd name="dsh" fmla="+- 0 sh mins"/>
              <a:gd name="p0x0" fmla="*/ 240 w 5689"/>
              <a:gd name="p0y0" fmla="*/ 0 h 2768"/>
              <a:gd name="p0x1" fmla="*/ 5449 w 5689"/>
              <a:gd name="p0y1" fmla="*/ 0 h 2768"/>
              <a:gd name="p0x2" fmla="*/ 5582 w 5689"/>
              <a:gd name="p0y2" fmla="*/ 0 h 2768"/>
              <a:gd name="p0x3" fmla="*/ 5689 w 5689"/>
              <a:gd name="p0y3" fmla="*/ 107 h 2768"/>
              <a:gd name="p0x4" fmla="*/ 5689 w 5689"/>
              <a:gd name="p0y4" fmla="*/ 240 h 2768"/>
              <a:gd name="p0x5" fmla="*/ 5689 w 5689"/>
              <a:gd name="p0y5" fmla="*/ 2528 h 2768"/>
              <a:gd name="p0x6" fmla="*/ 5689 w 5689"/>
              <a:gd name="p0y6" fmla="*/ 2661 h 2768"/>
              <a:gd name="p0x7" fmla="*/ 5582 w 5689"/>
              <a:gd name="p0y7" fmla="*/ 2768 h 2768"/>
              <a:gd name="p0x8" fmla="*/ 5449 w 5689"/>
              <a:gd name="p0y8" fmla="*/ 2768 h 2768"/>
              <a:gd name="p0x9" fmla="*/ 240 w 5689"/>
              <a:gd name="p0y9" fmla="*/ 2768 h 2768"/>
              <a:gd name="p0x10" fmla="*/ 107 w 5689"/>
              <a:gd name="p0y10" fmla="*/ 2768 h 2768"/>
              <a:gd name="p0x11" fmla="*/ 0 w 5689"/>
              <a:gd name="p0y11" fmla="*/ 2661 h 2768"/>
              <a:gd name="p0x12" fmla="*/ 0 w 5689"/>
              <a:gd name="p0y12" fmla="*/ 2528 h 2768"/>
              <a:gd name="p0x13" fmla="*/ 0 w 5689"/>
              <a:gd name="p0y13" fmla="*/ 240 h 2768"/>
              <a:gd name="p0x14" fmla="*/ 0 w 5689"/>
              <a:gd name="p0y14" fmla="*/ 107 h 2768"/>
              <a:gd name="p0x15" fmla="*/ 107 w 5689"/>
              <a:gd name="p0y15" fmla="*/ 0 h 2768"/>
              <a:gd name="p0x16" fmla="*/ 240 w 5689"/>
              <a:gd name="p0y16" fmla="*/ 0 h 276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EFCF9"/>
          </a:solidFill>
          <a:ln w="19050" cmpd="sng">
            <a:solidFill>
              <a:srgbClr val="F5A623"/>
            </a:solidFill>
            <a:prstDash val="solid"/>
          </a:ln>
          <a:effectLst>
            <a:outerShdw blurRad="171450" algn="ctr" rotWithShape="0">
              <a:srgbClr val="F5A623">
                <a:alpha val="20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>
            <p:custDataLst>
              <p:tags r:id="rId37"/>
            </p:custDataLst>
          </p:nvPr>
        </p:nvSpPr>
        <p:spPr>
          <a:xfrm>
            <a:off x="1209008" y="4052145"/>
            <a:ext cx="10668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spc="72">
                <a:solidFill>
                  <a:srgbClr val="8A7A6A"/>
                </a:solidFill>
                <a:latin typeface="微软雅黑" panose="020B0503020204020204" charset="-122"/>
                <a:ea typeface="微软雅黑" panose="020B0503020204020204" charset="-122"/>
              </a:rPr>
              <a:t>Phase 1</a:t>
            </a:r>
            <a:endParaRPr sz="1200" spc="72">
              <a:solidFill>
                <a:srgbClr val="8A7A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38"/>
            </p:custDataLst>
          </p:nvPr>
        </p:nvSpPr>
        <p:spPr>
          <a:xfrm>
            <a:off x="1209008" y="4235977"/>
            <a:ext cx="1333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上线准备</a:t>
            </a:r>
            <a:endParaRPr sz="210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任意多边形 34"/>
          <p:cNvSpPr/>
          <p:nvPr>
            <p:custDataLst>
              <p:tags r:id="rId39"/>
            </p:custDataLst>
          </p:nvPr>
        </p:nvSpPr>
        <p:spPr>
          <a:xfrm>
            <a:off x="671195" y="4665980"/>
            <a:ext cx="1000125" cy="285750"/>
          </a:xfrm>
          <a:custGeom>
            <a:avLst/>
            <a:gdLst>
              <a:gd name="sw" fmla="*/ 1 w 1575"/>
              <a:gd name="sh" fmla="*/ 1 h 450"/>
              <a:gd name="mins" fmla="min sw sh"/>
              <a:gd name="dsw" fmla="+- 0 sw mins"/>
              <a:gd name="dsh" fmla="+- 0 sh mins"/>
              <a:gd name="p0x0" fmla="*/ 225 w 1575"/>
              <a:gd name="p0y0" fmla="*/ 0 h 450"/>
              <a:gd name="p0x1" fmla="*/ 1350 w 1575"/>
              <a:gd name="p0y1" fmla="*/ 0 h 450"/>
              <a:gd name="p0x2" fmla="*/ 1474 w 1575"/>
              <a:gd name="p0y2" fmla="*/ 0 h 450"/>
              <a:gd name="p0x3" fmla="*/ 1575 w 1575"/>
              <a:gd name="p0y3" fmla="*/ 100 h 450"/>
              <a:gd name="p0x4" fmla="*/ 1575 w 1575"/>
              <a:gd name="p0y4" fmla="*/ 225 h 450"/>
              <a:gd name="p0x5" fmla="*/ 1575 w 1575"/>
              <a:gd name="p0y5" fmla="*/ 349 h 450"/>
              <a:gd name="p0x6" fmla="*/ 1474 w 1575"/>
              <a:gd name="p0y6" fmla="*/ 450 h 450"/>
              <a:gd name="p0x7" fmla="*/ 1350 w 1575"/>
              <a:gd name="p0y7" fmla="*/ 450 h 450"/>
              <a:gd name="p0x8" fmla="*/ 225 w 1575"/>
              <a:gd name="p0y8" fmla="*/ 450 h 450"/>
              <a:gd name="p0x9" fmla="*/ 100 w 1575"/>
              <a:gd name="p0y9" fmla="*/ 450 h 450"/>
              <a:gd name="p0x10" fmla="*/ 0 w 1575"/>
              <a:gd name="p0y10" fmla="*/ 349 h 450"/>
              <a:gd name="p0x11" fmla="*/ 0 w 1575"/>
              <a:gd name="p0y11" fmla="*/ 225 h 450"/>
              <a:gd name="p0x12" fmla="*/ 0 w 1575"/>
              <a:gd name="p0y12" fmla="*/ 100 h 450"/>
              <a:gd name="p0x13" fmla="*/ 100 w 1575"/>
              <a:gd name="p0y13" fmla="*/ 0 h 450"/>
              <a:gd name="p0x14" fmla="*/ 225 w 1575"/>
              <a:gd name="p0y14" fmla="*/ 0 h 4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DF2E0"/>
          </a:solidFill>
          <a:ln w="9525" cmpd="sng">
            <a:solidFill>
              <a:srgbClr val="F0E8D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>
            <p:custDataLst>
              <p:tags r:id="rId40"/>
            </p:custDataLst>
          </p:nvPr>
        </p:nvSpPr>
        <p:spPr>
          <a:xfrm>
            <a:off x="790575" y="4709370"/>
            <a:ext cx="9144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</a:rPr>
              <a:t>绑定知识库</a:t>
            </a:r>
            <a:endParaRPr sz="1200">
              <a:solidFill>
                <a:srgbClr val="5A3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任意多边形 36"/>
          <p:cNvSpPr/>
          <p:nvPr>
            <p:custDataLst>
              <p:tags r:id="rId41"/>
            </p:custDataLst>
          </p:nvPr>
        </p:nvSpPr>
        <p:spPr>
          <a:xfrm>
            <a:off x="1757045" y="4665980"/>
            <a:ext cx="847725" cy="285750"/>
          </a:xfrm>
          <a:custGeom>
            <a:avLst/>
            <a:gdLst>
              <a:gd name="sw" fmla="*/ 1 w 1335"/>
              <a:gd name="sh" fmla="*/ 1 h 450"/>
              <a:gd name="mins" fmla="min sw sh"/>
              <a:gd name="dsw" fmla="+- 0 sw mins"/>
              <a:gd name="dsh" fmla="+- 0 sh mins"/>
              <a:gd name="p0x0" fmla="*/ 225 w 1335"/>
              <a:gd name="p0y0" fmla="*/ 0 h 450"/>
              <a:gd name="p0x1" fmla="*/ 1110 w 1335"/>
              <a:gd name="p0y1" fmla="*/ 0 h 450"/>
              <a:gd name="p0x2" fmla="*/ 1234 w 1335"/>
              <a:gd name="p0y2" fmla="*/ 0 h 450"/>
              <a:gd name="p0x3" fmla="*/ 1335 w 1335"/>
              <a:gd name="p0y3" fmla="*/ 100 h 450"/>
              <a:gd name="p0x4" fmla="*/ 1335 w 1335"/>
              <a:gd name="p0y4" fmla="*/ 225 h 450"/>
              <a:gd name="p0x5" fmla="*/ 1335 w 1335"/>
              <a:gd name="p0y5" fmla="*/ 349 h 450"/>
              <a:gd name="p0x6" fmla="*/ 1234 w 1335"/>
              <a:gd name="p0y6" fmla="*/ 450 h 450"/>
              <a:gd name="p0x7" fmla="*/ 1110 w 1335"/>
              <a:gd name="p0y7" fmla="*/ 450 h 450"/>
              <a:gd name="p0x8" fmla="*/ 225 w 1335"/>
              <a:gd name="p0y8" fmla="*/ 450 h 450"/>
              <a:gd name="p0x9" fmla="*/ 100 w 1335"/>
              <a:gd name="p0y9" fmla="*/ 450 h 450"/>
              <a:gd name="p0x10" fmla="*/ 0 w 1335"/>
              <a:gd name="p0y10" fmla="*/ 349 h 450"/>
              <a:gd name="p0x11" fmla="*/ 0 w 1335"/>
              <a:gd name="p0y11" fmla="*/ 225 h 450"/>
              <a:gd name="p0x12" fmla="*/ 0 w 1335"/>
              <a:gd name="p0y12" fmla="*/ 100 h 450"/>
              <a:gd name="p0x13" fmla="*/ 100 w 1335"/>
              <a:gd name="p0y13" fmla="*/ 0 h 450"/>
              <a:gd name="p0x14" fmla="*/ 225 w 1335"/>
              <a:gd name="p0y14" fmla="*/ 0 h 4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DF2E0"/>
          </a:solidFill>
          <a:ln w="9525" cmpd="sng">
            <a:solidFill>
              <a:srgbClr val="F0E8D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>
            <p:custDataLst>
              <p:tags r:id="rId42"/>
            </p:custDataLst>
          </p:nvPr>
        </p:nvSpPr>
        <p:spPr>
          <a:xfrm>
            <a:off x="1876501" y="4709370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</a:rPr>
              <a:t>审核资料</a:t>
            </a:r>
            <a:endParaRPr sz="1200">
              <a:solidFill>
                <a:srgbClr val="5A3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任意多边形 38"/>
          <p:cNvSpPr/>
          <p:nvPr>
            <p:custDataLst>
              <p:tags r:id="rId43"/>
            </p:custDataLst>
          </p:nvPr>
        </p:nvSpPr>
        <p:spPr>
          <a:xfrm>
            <a:off x="671195" y="5037455"/>
            <a:ext cx="1304925" cy="285750"/>
          </a:xfrm>
          <a:custGeom>
            <a:avLst/>
            <a:gdLst>
              <a:gd name="sw" fmla="*/ 1 w 2055"/>
              <a:gd name="sh" fmla="*/ 1 h 450"/>
              <a:gd name="mins" fmla="min sw sh"/>
              <a:gd name="dsw" fmla="+- 0 sw mins"/>
              <a:gd name="dsh" fmla="+- 0 sh mins"/>
              <a:gd name="p0x0" fmla="*/ 225 w 2055"/>
              <a:gd name="p0y0" fmla="*/ 0 h 450"/>
              <a:gd name="p0x1" fmla="*/ 1830 w 2055"/>
              <a:gd name="p0y1" fmla="*/ 0 h 450"/>
              <a:gd name="p0x2" fmla="*/ 1954 w 2055"/>
              <a:gd name="p0y2" fmla="*/ 0 h 450"/>
              <a:gd name="p0x3" fmla="*/ 2055 w 2055"/>
              <a:gd name="p0y3" fmla="*/ 100 h 450"/>
              <a:gd name="p0x4" fmla="*/ 2055 w 2055"/>
              <a:gd name="p0y4" fmla="*/ 225 h 450"/>
              <a:gd name="p0x5" fmla="*/ 2055 w 2055"/>
              <a:gd name="p0y5" fmla="*/ 349 h 450"/>
              <a:gd name="p0x6" fmla="*/ 1954 w 2055"/>
              <a:gd name="p0y6" fmla="*/ 450 h 450"/>
              <a:gd name="p0x7" fmla="*/ 1830 w 2055"/>
              <a:gd name="p0y7" fmla="*/ 450 h 450"/>
              <a:gd name="p0x8" fmla="*/ 225 w 2055"/>
              <a:gd name="p0y8" fmla="*/ 450 h 450"/>
              <a:gd name="p0x9" fmla="*/ 100 w 2055"/>
              <a:gd name="p0y9" fmla="*/ 450 h 450"/>
              <a:gd name="p0x10" fmla="*/ 0 w 2055"/>
              <a:gd name="p0y10" fmla="*/ 349 h 450"/>
              <a:gd name="p0x11" fmla="*/ 0 w 2055"/>
              <a:gd name="p0y11" fmla="*/ 225 h 450"/>
              <a:gd name="p0x12" fmla="*/ 0 w 2055"/>
              <a:gd name="p0y12" fmla="*/ 100 h 450"/>
              <a:gd name="p0x13" fmla="*/ 100 w 2055"/>
              <a:gd name="p0y13" fmla="*/ 0 h 450"/>
              <a:gd name="p0x14" fmla="*/ 225 w 2055"/>
              <a:gd name="p0y14" fmla="*/ 0 h 4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DF2E0"/>
          </a:solidFill>
          <a:ln w="9525" cmpd="sng">
            <a:solidFill>
              <a:srgbClr val="F0E8D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>
            <p:custDataLst>
              <p:tags r:id="rId44"/>
            </p:custDataLst>
          </p:nvPr>
        </p:nvSpPr>
        <p:spPr>
          <a:xfrm>
            <a:off x="790575" y="5080845"/>
            <a:ext cx="12192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</a:rPr>
              <a:t>全分支回归测试</a:t>
            </a:r>
            <a:endParaRPr sz="1200">
              <a:solidFill>
                <a:srgbClr val="5A3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任意多边形 29"/>
          <p:cNvSpPr/>
          <p:nvPr>
            <p:custDataLst>
              <p:tags r:id="rId45"/>
            </p:custDataLst>
          </p:nvPr>
        </p:nvSpPr>
        <p:spPr>
          <a:xfrm>
            <a:off x="3098165" y="3728085"/>
            <a:ext cx="838200" cy="276225"/>
          </a:xfrm>
          <a:custGeom>
            <a:avLst/>
            <a:gdLst>
              <a:gd name="sw" fmla="*/ 1 w 1320"/>
              <a:gd name="sh" fmla="*/ 1 h 435"/>
              <a:gd name="mins" fmla="min sw sh"/>
              <a:gd name="dsw" fmla="+- 0 sw mins"/>
              <a:gd name="dsh" fmla="+- 0 sh mins"/>
              <a:gd name="p0x0" fmla="*/ 217 w 1320"/>
              <a:gd name="p0y0" fmla="*/ 0 h 435"/>
              <a:gd name="p0x1" fmla="*/ 1102 w 1320"/>
              <a:gd name="p0y1" fmla="*/ 0 h 435"/>
              <a:gd name="p0x2" fmla="*/ 1222 w 1320"/>
              <a:gd name="p0y2" fmla="*/ 0 h 435"/>
              <a:gd name="p0x3" fmla="*/ 1320 w 1320"/>
              <a:gd name="p0y3" fmla="*/ 97 h 435"/>
              <a:gd name="p0x4" fmla="*/ 1320 w 1320"/>
              <a:gd name="p0y4" fmla="*/ 217 h 435"/>
              <a:gd name="p0x5" fmla="*/ 1320 w 1320"/>
              <a:gd name="p0y5" fmla="*/ 337 h 435"/>
              <a:gd name="p0x6" fmla="*/ 1222 w 1320"/>
              <a:gd name="p0y6" fmla="*/ 435 h 435"/>
              <a:gd name="p0x7" fmla="*/ 1102 w 1320"/>
              <a:gd name="p0y7" fmla="*/ 435 h 435"/>
              <a:gd name="p0x8" fmla="*/ 217 w 1320"/>
              <a:gd name="p0y8" fmla="*/ 435 h 435"/>
              <a:gd name="p0x9" fmla="*/ 97 w 1320"/>
              <a:gd name="p0y9" fmla="*/ 435 h 435"/>
              <a:gd name="p0x10" fmla="*/ 0 w 1320"/>
              <a:gd name="p0y10" fmla="*/ 337 h 435"/>
              <a:gd name="p0x11" fmla="*/ 0 w 1320"/>
              <a:gd name="p0y11" fmla="*/ 217 h 435"/>
              <a:gd name="p0x12" fmla="*/ 0 w 1320"/>
              <a:gd name="p0y12" fmla="*/ 97 h 435"/>
              <a:gd name="p0x13" fmla="*/ 97 w 1320"/>
              <a:gd name="p0y13" fmla="*/ 0 h 435"/>
              <a:gd name="p0x14" fmla="*/ 217 w 1320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5A623"/>
          </a:solidFill>
          <a:ln>
            <a:noFill/>
          </a:ln>
          <a:effectLst>
            <a:outerShdw blurRad="42863" dist="9525" dir="5399999" algn="ctr" rotWithShape="0">
              <a:srgbClr val="5A3A0A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>
            <p:custDataLst>
              <p:tags r:id="rId46"/>
            </p:custDataLst>
          </p:nvPr>
        </p:nvSpPr>
        <p:spPr>
          <a:xfrm>
            <a:off x="3212973" y="3766395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当前重点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47"/>
            </p:custDataLst>
          </p:nvPr>
        </p:nvSpPr>
        <p:spPr>
          <a:xfrm>
            <a:off x="666750" y="4124535"/>
            <a:ext cx="770858" cy="38385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2700" b="1">
                <a:solidFill>
                  <a:srgbClr val="F5A623">
                    <a:alpha val="50001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2700" b="1">
              <a:solidFill>
                <a:srgbClr val="F5A623">
                  <a:alpha val="50001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任意多边形 40"/>
          <p:cNvSpPr/>
          <p:nvPr>
            <p:custDataLst>
              <p:tags r:id="rId48"/>
            </p:custDataLst>
          </p:nvPr>
        </p:nvSpPr>
        <p:spPr>
          <a:xfrm>
            <a:off x="4284345" y="3846830"/>
            <a:ext cx="3622675" cy="1767840"/>
          </a:xfrm>
          <a:custGeom>
            <a:avLst/>
            <a:gdLst>
              <a:gd name="sw" fmla="*/ 1 w 5705"/>
              <a:gd name="sh" fmla="*/ 1 h 2783"/>
              <a:gd name="mins" fmla="min sw sh"/>
              <a:gd name="dsw" fmla="+- 0 sw mins"/>
              <a:gd name="dsh" fmla="+- 0 sh mins"/>
              <a:gd name="p0x0" fmla="*/ 240 w 5705"/>
              <a:gd name="p0y0" fmla="*/ 0 h 2783"/>
              <a:gd name="p0x1" fmla="*/ 5465 w 5705"/>
              <a:gd name="p0y1" fmla="*/ 0 h 2783"/>
              <a:gd name="p0x2" fmla="*/ 5597 w 5705"/>
              <a:gd name="p0y2" fmla="*/ 0 h 2783"/>
              <a:gd name="p0x3" fmla="*/ 5705 w 5705"/>
              <a:gd name="p0y3" fmla="*/ 107 h 2783"/>
              <a:gd name="p0x4" fmla="*/ 5705 w 5705"/>
              <a:gd name="p0y4" fmla="*/ 240 h 2783"/>
              <a:gd name="p0x5" fmla="*/ 5705 w 5705"/>
              <a:gd name="p0y5" fmla="*/ 2543 h 2783"/>
              <a:gd name="p0x6" fmla="*/ 5705 w 5705"/>
              <a:gd name="p0y6" fmla="*/ 2676 h 2783"/>
              <a:gd name="p0x7" fmla="*/ 5597 w 5705"/>
              <a:gd name="p0y7" fmla="*/ 2783 h 2783"/>
              <a:gd name="p0x8" fmla="*/ 5465 w 5705"/>
              <a:gd name="p0y8" fmla="*/ 2783 h 2783"/>
              <a:gd name="p0x9" fmla="*/ 240 w 5705"/>
              <a:gd name="p0y9" fmla="*/ 2783 h 2783"/>
              <a:gd name="p0x10" fmla="*/ 107 w 5705"/>
              <a:gd name="p0y10" fmla="*/ 2783 h 2783"/>
              <a:gd name="p0x11" fmla="*/ 0 w 5705"/>
              <a:gd name="p0y11" fmla="*/ 2676 h 2783"/>
              <a:gd name="p0x12" fmla="*/ 0 w 5705"/>
              <a:gd name="p0y12" fmla="*/ 2543 h 2783"/>
              <a:gd name="p0x13" fmla="*/ 0 w 5705"/>
              <a:gd name="p0y13" fmla="*/ 240 h 2783"/>
              <a:gd name="p0x14" fmla="*/ 0 w 5705"/>
              <a:gd name="p0y14" fmla="*/ 107 h 2783"/>
              <a:gd name="p0x15" fmla="*/ 107 w 5705"/>
              <a:gd name="p0y15" fmla="*/ 0 h 2783"/>
              <a:gd name="p0x16" fmla="*/ 240 w 5705"/>
              <a:gd name="p0y16" fmla="*/ 0 h 278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EFCF9"/>
          </a:solidFill>
          <a:ln w="9525" cmpd="sng">
            <a:solidFill>
              <a:srgbClr val="F0E8DC"/>
            </a:solidFill>
            <a:prstDash val="solid"/>
          </a:ln>
          <a:effectLst>
            <a:outerShdw blurRad="42863" dist="9525" dir="5399999" algn="ctr" rotWithShape="0">
              <a:srgbClr val="5A3A0A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>
            <p:custDataLst>
              <p:tags r:id="rId49"/>
            </p:custDataLst>
          </p:nvPr>
        </p:nvSpPr>
        <p:spPr>
          <a:xfrm>
            <a:off x="5022133" y="4042620"/>
            <a:ext cx="10668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spc="72">
                <a:solidFill>
                  <a:srgbClr val="8A7A6A"/>
                </a:solidFill>
                <a:latin typeface="微软雅黑" panose="020B0503020204020204" charset="-122"/>
                <a:ea typeface="微软雅黑" panose="020B0503020204020204" charset="-122"/>
              </a:rPr>
              <a:t>Phase 2</a:t>
            </a:r>
            <a:endParaRPr sz="1200" spc="72">
              <a:solidFill>
                <a:srgbClr val="8A7A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>
            <p:custDataLst>
              <p:tags r:id="rId50"/>
            </p:custDataLst>
          </p:nvPr>
        </p:nvSpPr>
        <p:spPr>
          <a:xfrm>
            <a:off x="5022133" y="4226452"/>
            <a:ext cx="1333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能力扩展</a:t>
            </a:r>
            <a:endParaRPr sz="210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任意多边形 44"/>
          <p:cNvSpPr/>
          <p:nvPr>
            <p:custDataLst>
              <p:tags r:id="rId51"/>
            </p:custDataLst>
          </p:nvPr>
        </p:nvSpPr>
        <p:spPr>
          <a:xfrm>
            <a:off x="4484370" y="4656455"/>
            <a:ext cx="1152525" cy="285750"/>
          </a:xfrm>
          <a:custGeom>
            <a:avLst/>
            <a:gdLst>
              <a:gd name="sw" fmla="*/ 1 w 1815"/>
              <a:gd name="sh" fmla="*/ 1 h 450"/>
              <a:gd name="mins" fmla="min sw sh"/>
              <a:gd name="dsw" fmla="+- 0 sw mins"/>
              <a:gd name="dsh" fmla="+- 0 sh mins"/>
              <a:gd name="p0x0" fmla="*/ 225 w 1815"/>
              <a:gd name="p0y0" fmla="*/ 0 h 450"/>
              <a:gd name="p0x1" fmla="*/ 1590 w 1815"/>
              <a:gd name="p0y1" fmla="*/ 0 h 450"/>
              <a:gd name="p0x2" fmla="*/ 1714 w 1815"/>
              <a:gd name="p0y2" fmla="*/ 0 h 450"/>
              <a:gd name="p0x3" fmla="*/ 1815 w 1815"/>
              <a:gd name="p0y3" fmla="*/ 100 h 450"/>
              <a:gd name="p0x4" fmla="*/ 1815 w 1815"/>
              <a:gd name="p0y4" fmla="*/ 225 h 450"/>
              <a:gd name="p0x5" fmla="*/ 1815 w 1815"/>
              <a:gd name="p0y5" fmla="*/ 349 h 450"/>
              <a:gd name="p0x6" fmla="*/ 1714 w 1815"/>
              <a:gd name="p0y6" fmla="*/ 450 h 450"/>
              <a:gd name="p0x7" fmla="*/ 1590 w 1815"/>
              <a:gd name="p0y7" fmla="*/ 450 h 450"/>
              <a:gd name="p0x8" fmla="*/ 225 w 1815"/>
              <a:gd name="p0y8" fmla="*/ 450 h 450"/>
              <a:gd name="p0x9" fmla="*/ 100 w 1815"/>
              <a:gd name="p0y9" fmla="*/ 450 h 450"/>
              <a:gd name="p0x10" fmla="*/ 0 w 1815"/>
              <a:gd name="p0y10" fmla="*/ 349 h 450"/>
              <a:gd name="p0x11" fmla="*/ 0 w 1815"/>
              <a:gd name="p0y11" fmla="*/ 225 h 450"/>
              <a:gd name="p0x12" fmla="*/ 0 w 1815"/>
              <a:gd name="p0y12" fmla="*/ 100 h 450"/>
              <a:gd name="p0x13" fmla="*/ 100 w 1815"/>
              <a:gd name="p0y13" fmla="*/ 0 h 450"/>
              <a:gd name="p0x14" fmla="*/ 225 w 1815"/>
              <a:gd name="p0y14" fmla="*/ 0 h 4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DF2E0"/>
          </a:solidFill>
          <a:ln w="9525" cmpd="sng">
            <a:solidFill>
              <a:srgbClr val="F0E8D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>
            <p:custDataLst>
              <p:tags r:id="rId52"/>
            </p:custDataLst>
          </p:nvPr>
        </p:nvSpPr>
        <p:spPr>
          <a:xfrm>
            <a:off x="4603699" y="4699845"/>
            <a:ext cx="10668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</a:rPr>
              <a:t>接入预约接口</a:t>
            </a:r>
            <a:endParaRPr sz="1200">
              <a:solidFill>
                <a:srgbClr val="5A3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任意多边形 46"/>
          <p:cNvSpPr/>
          <p:nvPr>
            <p:custDataLst>
              <p:tags r:id="rId53"/>
            </p:custDataLst>
          </p:nvPr>
        </p:nvSpPr>
        <p:spPr>
          <a:xfrm>
            <a:off x="5722620" y="4656455"/>
            <a:ext cx="1555750" cy="285750"/>
          </a:xfrm>
          <a:custGeom>
            <a:avLst/>
            <a:gdLst>
              <a:gd name="sw" fmla="*/ 1 w 2449"/>
              <a:gd name="sh" fmla="*/ 1 h 450"/>
              <a:gd name="mins" fmla="min sw sh"/>
              <a:gd name="dsw" fmla="+- 0 sw mins"/>
              <a:gd name="dsh" fmla="+- 0 sh mins"/>
              <a:gd name="p0x0" fmla="*/ 225 w 2449"/>
              <a:gd name="p0y0" fmla="*/ 0 h 450"/>
              <a:gd name="p0x1" fmla="*/ 2224 w 2449"/>
              <a:gd name="p0y1" fmla="*/ 0 h 450"/>
              <a:gd name="p0x2" fmla="*/ 2348 w 2449"/>
              <a:gd name="p0y2" fmla="*/ 0 h 450"/>
              <a:gd name="p0x3" fmla="*/ 2449 w 2449"/>
              <a:gd name="p0y3" fmla="*/ 100 h 450"/>
              <a:gd name="p0x4" fmla="*/ 2449 w 2449"/>
              <a:gd name="p0y4" fmla="*/ 225 h 450"/>
              <a:gd name="p0x5" fmla="*/ 2449 w 2449"/>
              <a:gd name="p0y5" fmla="*/ 349 h 450"/>
              <a:gd name="p0x6" fmla="*/ 2348 w 2449"/>
              <a:gd name="p0y6" fmla="*/ 450 h 450"/>
              <a:gd name="p0x7" fmla="*/ 2224 w 2449"/>
              <a:gd name="p0y7" fmla="*/ 450 h 450"/>
              <a:gd name="p0x8" fmla="*/ 225 w 2449"/>
              <a:gd name="p0y8" fmla="*/ 450 h 450"/>
              <a:gd name="p0x9" fmla="*/ 100 w 2449"/>
              <a:gd name="p0y9" fmla="*/ 450 h 450"/>
              <a:gd name="p0x10" fmla="*/ 0 w 2449"/>
              <a:gd name="p0y10" fmla="*/ 349 h 450"/>
              <a:gd name="p0x11" fmla="*/ 0 w 2449"/>
              <a:gd name="p0y11" fmla="*/ 225 h 450"/>
              <a:gd name="p0x12" fmla="*/ 0 w 2449"/>
              <a:gd name="p0y12" fmla="*/ 100 h 450"/>
              <a:gd name="p0x13" fmla="*/ 100 w 2449"/>
              <a:gd name="p0y13" fmla="*/ 0 h 450"/>
              <a:gd name="p0x14" fmla="*/ 225 w 2449"/>
              <a:gd name="p0y14" fmla="*/ 0 h 4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DF2E0"/>
          </a:solidFill>
          <a:ln w="9525" cmpd="sng">
            <a:solidFill>
              <a:srgbClr val="F0E8D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>
            <p:custDataLst>
              <p:tags r:id="rId54"/>
            </p:custDataLst>
          </p:nvPr>
        </p:nvSpPr>
        <p:spPr>
          <a:xfrm>
            <a:off x="5842026" y="4699845"/>
            <a:ext cx="1469755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200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MCP </a:t>
            </a:r>
            <a:r>
              <a:rPr lang="zh-CN" sz="1200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对接校内系统</a:t>
            </a:r>
            <a:endParaRPr lang="zh-CN" sz="1200">
              <a:solidFill>
                <a:srgbClr val="5A3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>
            <p:custDataLst>
              <p:tags r:id="rId55"/>
            </p:custDataLst>
          </p:nvPr>
        </p:nvSpPr>
        <p:spPr>
          <a:xfrm>
            <a:off x="4479874" y="4115010"/>
            <a:ext cx="770858" cy="38385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2700" b="1">
                <a:solidFill>
                  <a:srgbClr val="F5A623">
                    <a:alpha val="50001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2700" b="1">
              <a:solidFill>
                <a:srgbClr val="F5A623">
                  <a:alpha val="50001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任意多边形 48"/>
          <p:cNvSpPr/>
          <p:nvPr>
            <p:custDataLst>
              <p:tags r:id="rId56"/>
            </p:custDataLst>
          </p:nvPr>
        </p:nvSpPr>
        <p:spPr>
          <a:xfrm>
            <a:off x="8107045" y="3846830"/>
            <a:ext cx="3622675" cy="1767840"/>
          </a:xfrm>
          <a:custGeom>
            <a:avLst/>
            <a:gdLst>
              <a:gd name="sw" fmla="*/ 1 w 5705"/>
              <a:gd name="sh" fmla="*/ 1 h 2783"/>
              <a:gd name="mins" fmla="min sw sh"/>
              <a:gd name="dsw" fmla="+- 0 sw mins"/>
              <a:gd name="dsh" fmla="+- 0 sh mins"/>
              <a:gd name="p0x0" fmla="*/ 240 w 5705"/>
              <a:gd name="p0y0" fmla="*/ 0 h 2783"/>
              <a:gd name="p0x1" fmla="*/ 5465 w 5705"/>
              <a:gd name="p0y1" fmla="*/ 0 h 2783"/>
              <a:gd name="p0x2" fmla="*/ 5597 w 5705"/>
              <a:gd name="p0y2" fmla="*/ 0 h 2783"/>
              <a:gd name="p0x3" fmla="*/ 5705 w 5705"/>
              <a:gd name="p0y3" fmla="*/ 107 h 2783"/>
              <a:gd name="p0x4" fmla="*/ 5705 w 5705"/>
              <a:gd name="p0y4" fmla="*/ 240 h 2783"/>
              <a:gd name="p0x5" fmla="*/ 5705 w 5705"/>
              <a:gd name="p0y5" fmla="*/ 2543 h 2783"/>
              <a:gd name="p0x6" fmla="*/ 5705 w 5705"/>
              <a:gd name="p0y6" fmla="*/ 2676 h 2783"/>
              <a:gd name="p0x7" fmla="*/ 5597 w 5705"/>
              <a:gd name="p0y7" fmla="*/ 2783 h 2783"/>
              <a:gd name="p0x8" fmla="*/ 5465 w 5705"/>
              <a:gd name="p0y8" fmla="*/ 2783 h 2783"/>
              <a:gd name="p0x9" fmla="*/ 240 w 5705"/>
              <a:gd name="p0y9" fmla="*/ 2783 h 2783"/>
              <a:gd name="p0x10" fmla="*/ 107 w 5705"/>
              <a:gd name="p0y10" fmla="*/ 2783 h 2783"/>
              <a:gd name="p0x11" fmla="*/ 0 w 5705"/>
              <a:gd name="p0y11" fmla="*/ 2676 h 2783"/>
              <a:gd name="p0x12" fmla="*/ 0 w 5705"/>
              <a:gd name="p0y12" fmla="*/ 2543 h 2783"/>
              <a:gd name="p0x13" fmla="*/ 0 w 5705"/>
              <a:gd name="p0y13" fmla="*/ 240 h 2783"/>
              <a:gd name="p0x14" fmla="*/ 0 w 5705"/>
              <a:gd name="p0y14" fmla="*/ 107 h 2783"/>
              <a:gd name="p0x15" fmla="*/ 107 w 5705"/>
              <a:gd name="p0y15" fmla="*/ 0 h 2783"/>
              <a:gd name="p0x16" fmla="*/ 240 w 5705"/>
              <a:gd name="p0y16" fmla="*/ 0 h 278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EFCF9"/>
          </a:solidFill>
          <a:ln w="9525" cmpd="sng">
            <a:solidFill>
              <a:srgbClr val="F0E8DC"/>
            </a:solidFill>
            <a:prstDash val="solid"/>
          </a:ln>
          <a:effectLst>
            <a:outerShdw blurRad="42863" dist="9525" dir="5399999" algn="ctr" rotWithShape="0">
              <a:srgbClr val="5A3A0A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>
            <p:custDataLst>
              <p:tags r:id="rId57"/>
            </p:custDataLst>
          </p:nvPr>
        </p:nvSpPr>
        <p:spPr>
          <a:xfrm>
            <a:off x="8844858" y="4042620"/>
            <a:ext cx="10668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spc="72">
                <a:solidFill>
                  <a:srgbClr val="8A7A6A"/>
                </a:solidFill>
                <a:latin typeface="微软雅黑" panose="020B0503020204020204" charset="-122"/>
                <a:ea typeface="微软雅黑" panose="020B0503020204020204" charset="-122"/>
              </a:rPr>
              <a:t>Phase 3</a:t>
            </a:r>
            <a:endParaRPr sz="1200" spc="72">
              <a:solidFill>
                <a:srgbClr val="8A7A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文本框 51"/>
          <p:cNvSpPr txBox="1"/>
          <p:nvPr>
            <p:custDataLst>
              <p:tags r:id="rId58"/>
            </p:custDataLst>
          </p:nvPr>
        </p:nvSpPr>
        <p:spPr>
          <a:xfrm>
            <a:off x="8844858" y="4226452"/>
            <a:ext cx="1333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3A2A1A"/>
                </a:solidFill>
                <a:latin typeface="微软雅黑" panose="020B0503020204020204" charset="-122"/>
                <a:ea typeface="微软雅黑" panose="020B0503020204020204" charset="-122"/>
              </a:rPr>
              <a:t>体验提升</a:t>
            </a:r>
            <a:endParaRPr sz="2100" b="1">
              <a:solidFill>
                <a:srgbClr val="3A2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任意多边形 52"/>
          <p:cNvSpPr/>
          <p:nvPr>
            <p:custDataLst>
              <p:tags r:id="rId59"/>
            </p:custDataLst>
          </p:nvPr>
        </p:nvSpPr>
        <p:spPr>
          <a:xfrm>
            <a:off x="8307070" y="4656455"/>
            <a:ext cx="1000125" cy="285750"/>
          </a:xfrm>
          <a:custGeom>
            <a:avLst/>
            <a:gdLst>
              <a:gd name="sw" fmla="*/ 1 w 1575"/>
              <a:gd name="sh" fmla="*/ 1 h 450"/>
              <a:gd name="mins" fmla="min sw sh"/>
              <a:gd name="dsw" fmla="+- 0 sw mins"/>
              <a:gd name="dsh" fmla="+- 0 sh mins"/>
              <a:gd name="p0x0" fmla="*/ 225 w 1575"/>
              <a:gd name="p0y0" fmla="*/ 0 h 450"/>
              <a:gd name="p0x1" fmla="*/ 1350 w 1575"/>
              <a:gd name="p0y1" fmla="*/ 0 h 450"/>
              <a:gd name="p0x2" fmla="*/ 1474 w 1575"/>
              <a:gd name="p0y2" fmla="*/ 0 h 450"/>
              <a:gd name="p0x3" fmla="*/ 1575 w 1575"/>
              <a:gd name="p0y3" fmla="*/ 100 h 450"/>
              <a:gd name="p0x4" fmla="*/ 1575 w 1575"/>
              <a:gd name="p0y4" fmla="*/ 225 h 450"/>
              <a:gd name="p0x5" fmla="*/ 1575 w 1575"/>
              <a:gd name="p0y5" fmla="*/ 349 h 450"/>
              <a:gd name="p0x6" fmla="*/ 1474 w 1575"/>
              <a:gd name="p0y6" fmla="*/ 450 h 450"/>
              <a:gd name="p0x7" fmla="*/ 1350 w 1575"/>
              <a:gd name="p0y7" fmla="*/ 450 h 450"/>
              <a:gd name="p0x8" fmla="*/ 225 w 1575"/>
              <a:gd name="p0y8" fmla="*/ 450 h 450"/>
              <a:gd name="p0x9" fmla="*/ 100 w 1575"/>
              <a:gd name="p0y9" fmla="*/ 450 h 450"/>
              <a:gd name="p0x10" fmla="*/ 0 w 1575"/>
              <a:gd name="p0y10" fmla="*/ 349 h 450"/>
              <a:gd name="p0x11" fmla="*/ 0 w 1575"/>
              <a:gd name="p0y11" fmla="*/ 225 h 450"/>
              <a:gd name="p0x12" fmla="*/ 0 w 1575"/>
              <a:gd name="p0y12" fmla="*/ 100 h 450"/>
              <a:gd name="p0x13" fmla="*/ 100 w 1575"/>
              <a:gd name="p0y13" fmla="*/ 0 h 450"/>
              <a:gd name="p0x14" fmla="*/ 225 w 1575"/>
              <a:gd name="p0y14" fmla="*/ 0 h 4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DF2E0"/>
          </a:solidFill>
          <a:ln w="9525" cmpd="sng">
            <a:solidFill>
              <a:srgbClr val="F0E8D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文本框 53"/>
          <p:cNvSpPr txBox="1"/>
          <p:nvPr>
            <p:custDataLst>
              <p:tags r:id="rId60"/>
            </p:custDataLst>
          </p:nvPr>
        </p:nvSpPr>
        <p:spPr>
          <a:xfrm>
            <a:off x="8426424" y="4699845"/>
            <a:ext cx="9144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</a:rPr>
              <a:t>评估多模态</a:t>
            </a:r>
            <a:endParaRPr sz="1200">
              <a:solidFill>
                <a:srgbClr val="5A3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任意多边形 54"/>
          <p:cNvSpPr/>
          <p:nvPr>
            <p:custDataLst>
              <p:tags r:id="rId61"/>
            </p:custDataLst>
          </p:nvPr>
        </p:nvSpPr>
        <p:spPr>
          <a:xfrm>
            <a:off x="9392920" y="4656455"/>
            <a:ext cx="1152525" cy="285750"/>
          </a:xfrm>
          <a:custGeom>
            <a:avLst/>
            <a:gdLst>
              <a:gd name="sw" fmla="*/ 1 w 1815"/>
              <a:gd name="sh" fmla="*/ 1 h 450"/>
              <a:gd name="mins" fmla="min sw sh"/>
              <a:gd name="dsw" fmla="+- 0 sw mins"/>
              <a:gd name="dsh" fmla="+- 0 sh mins"/>
              <a:gd name="p0x0" fmla="*/ 225 w 1815"/>
              <a:gd name="p0y0" fmla="*/ 0 h 450"/>
              <a:gd name="p0x1" fmla="*/ 1590 w 1815"/>
              <a:gd name="p0y1" fmla="*/ 0 h 450"/>
              <a:gd name="p0x2" fmla="*/ 1714 w 1815"/>
              <a:gd name="p0y2" fmla="*/ 0 h 450"/>
              <a:gd name="p0x3" fmla="*/ 1815 w 1815"/>
              <a:gd name="p0y3" fmla="*/ 100 h 450"/>
              <a:gd name="p0x4" fmla="*/ 1815 w 1815"/>
              <a:gd name="p0y4" fmla="*/ 225 h 450"/>
              <a:gd name="p0x5" fmla="*/ 1815 w 1815"/>
              <a:gd name="p0y5" fmla="*/ 349 h 450"/>
              <a:gd name="p0x6" fmla="*/ 1714 w 1815"/>
              <a:gd name="p0y6" fmla="*/ 450 h 450"/>
              <a:gd name="p0x7" fmla="*/ 1590 w 1815"/>
              <a:gd name="p0y7" fmla="*/ 450 h 450"/>
              <a:gd name="p0x8" fmla="*/ 225 w 1815"/>
              <a:gd name="p0y8" fmla="*/ 450 h 450"/>
              <a:gd name="p0x9" fmla="*/ 100 w 1815"/>
              <a:gd name="p0y9" fmla="*/ 450 h 450"/>
              <a:gd name="p0x10" fmla="*/ 0 w 1815"/>
              <a:gd name="p0y10" fmla="*/ 349 h 450"/>
              <a:gd name="p0x11" fmla="*/ 0 w 1815"/>
              <a:gd name="p0y11" fmla="*/ 225 h 450"/>
              <a:gd name="p0x12" fmla="*/ 0 w 1815"/>
              <a:gd name="p0y12" fmla="*/ 100 h 450"/>
              <a:gd name="p0x13" fmla="*/ 100 w 1815"/>
              <a:gd name="p0y13" fmla="*/ 0 h 450"/>
              <a:gd name="p0x14" fmla="*/ 225 w 1815"/>
              <a:gd name="p0y14" fmla="*/ 0 h 4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DF2E0"/>
          </a:solidFill>
          <a:ln w="9525" cmpd="sng">
            <a:solidFill>
              <a:srgbClr val="F0E8D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文本框 55"/>
          <p:cNvSpPr txBox="1"/>
          <p:nvPr>
            <p:custDataLst>
              <p:tags r:id="rId62"/>
            </p:custDataLst>
          </p:nvPr>
        </p:nvSpPr>
        <p:spPr>
          <a:xfrm>
            <a:off x="9512351" y="4699845"/>
            <a:ext cx="10668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</a:rPr>
              <a:t>开发原生卡片</a:t>
            </a:r>
            <a:endParaRPr sz="1200">
              <a:solidFill>
                <a:srgbClr val="5A3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任意多边形 56"/>
          <p:cNvSpPr/>
          <p:nvPr>
            <p:custDataLst>
              <p:tags r:id="rId63"/>
            </p:custDataLst>
          </p:nvPr>
        </p:nvSpPr>
        <p:spPr>
          <a:xfrm>
            <a:off x="8307070" y="5027930"/>
            <a:ext cx="1000125" cy="285750"/>
          </a:xfrm>
          <a:custGeom>
            <a:avLst/>
            <a:gdLst>
              <a:gd name="sw" fmla="*/ 1 w 1575"/>
              <a:gd name="sh" fmla="*/ 1 h 450"/>
              <a:gd name="mins" fmla="min sw sh"/>
              <a:gd name="dsw" fmla="+- 0 sw mins"/>
              <a:gd name="dsh" fmla="+- 0 sh mins"/>
              <a:gd name="p0x0" fmla="*/ 225 w 1575"/>
              <a:gd name="p0y0" fmla="*/ 0 h 450"/>
              <a:gd name="p0x1" fmla="*/ 1350 w 1575"/>
              <a:gd name="p0y1" fmla="*/ 0 h 450"/>
              <a:gd name="p0x2" fmla="*/ 1474 w 1575"/>
              <a:gd name="p0y2" fmla="*/ 0 h 450"/>
              <a:gd name="p0x3" fmla="*/ 1575 w 1575"/>
              <a:gd name="p0y3" fmla="*/ 100 h 450"/>
              <a:gd name="p0x4" fmla="*/ 1575 w 1575"/>
              <a:gd name="p0y4" fmla="*/ 225 h 450"/>
              <a:gd name="p0x5" fmla="*/ 1575 w 1575"/>
              <a:gd name="p0y5" fmla="*/ 349 h 450"/>
              <a:gd name="p0x6" fmla="*/ 1474 w 1575"/>
              <a:gd name="p0y6" fmla="*/ 450 h 450"/>
              <a:gd name="p0x7" fmla="*/ 1350 w 1575"/>
              <a:gd name="p0y7" fmla="*/ 450 h 450"/>
              <a:gd name="p0x8" fmla="*/ 225 w 1575"/>
              <a:gd name="p0y8" fmla="*/ 450 h 450"/>
              <a:gd name="p0x9" fmla="*/ 100 w 1575"/>
              <a:gd name="p0y9" fmla="*/ 450 h 450"/>
              <a:gd name="p0x10" fmla="*/ 0 w 1575"/>
              <a:gd name="p0y10" fmla="*/ 349 h 450"/>
              <a:gd name="p0x11" fmla="*/ 0 w 1575"/>
              <a:gd name="p0y11" fmla="*/ 225 h 450"/>
              <a:gd name="p0x12" fmla="*/ 0 w 1575"/>
              <a:gd name="p0y12" fmla="*/ 100 h 450"/>
              <a:gd name="p0x13" fmla="*/ 100 w 1575"/>
              <a:gd name="p0y13" fmla="*/ 0 h 450"/>
              <a:gd name="p0x14" fmla="*/ 225 w 1575"/>
              <a:gd name="p0y14" fmla="*/ 0 h 4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DF2E0"/>
          </a:solidFill>
          <a:ln w="9525" cmpd="sng">
            <a:solidFill>
              <a:srgbClr val="F0E8D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文本框 57"/>
          <p:cNvSpPr txBox="1"/>
          <p:nvPr>
            <p:custDataLst>
              <p:tags r:id="rId64"/>
            </p:custDataLst>
          </p:nvPr>
        </p:nvSpPr>
        <p:spPr>
          <a:xfrm>
            <a:off x="8426424" y="5071320"/>
            <a:ext cx="9144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</a:rPr>
              <a:t>跨会话记忆</a:t>
            </a:r>
            <a:endParaRPr sz="1200">
              <a:solidFill>
                <a:srgbClr val="5A3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文本框 49"/>
          <p:cNvSpPr txBox="1"/>
          <p:nvPr>
            <p:custDataLst>
              <p:tags r:id="rId65"/>
            </p:custDataLst>
          </p:nvPr>
        </p:nvSpPr>
        <p:spPr>
          <a:xfrm>
            <a:off x="8302599" y="4115010"/>
            <a:ext cx="770858" cy="38385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2700" b="1">
                <a:solidFill>
                  <a:srgbClr val="F5A623">
                    <a:alpha val="50001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2700" b="1">
              <a:solidFill>
                <a:srgbClr val="F5A623">
                  <a:alpha val="50001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任意多边形 1"/>
          <p:cNvSpPr/>
          <p:nvPr>
            <p:custDataLst>
              <p:tags r:id="rId66"/>
            </p:custDataLst>
          </p:nvPr>
        </p:nvSpPr>
        <p:spPr>
          <a:xfrm>
            <a:off x="4484370" y="5037455"/>
            <a:ext cx="1677035" cy="285750"/>
          </a:xfrm>
          <a:custGeom>
            <a:avLst/>
            <a:gdLst>
              <a:gd name="sw" fmla="*/ 1 w 1815"/>
              <a:gd name="sh" fmla="*/ 1 h 450"/>
              <a:gd name="mins" fmla="min sw sh"/>
              <a:gd name="dsw" fmla="+- 0 sw mins"/>
              <a:gd name="dsh" fmla="+- 0 sh mins"/>
              <a:gd name="p0x0" fmla="*/ 225 w 1815"/>
              <a:gd name="p0y0" fmla="*/ 0 h 450"/>
              <a:gd name="p0x1" fmla="*/ 1590 w 1815"/>
              <a:gd name="p0y1" fmla="*/ 0 h 450"/>
              <a:gd name="p0x2" fmla="*/ 1714 w 1815"/>
              <a:gd name="p0y2" fmla="*/ 0 h 450"/>
              <a:gd name="p0x3" fmla="*/ 1815 w 1815"/>
              <a:gd name="p0y3" fmla="*/ 100 h 450"/>
              <a:gd name="p0x4" fmla="*/ 1815 w 1815"/>
              <a:gd name="p0y4" fmla="*/ 225 h 450"/>
              <a:gd name="p0x5" fmla="*/ 1815 w 1815"/>
              <a:gd name="p0y5" fmla="*/ 349 h 450"/>
              <a:gd name="p0x6" fmla="*/ 1714 w 1815"/>
              <a:gd name="p0y6" fmla="*/ 450 h 450"/>
              <a:gd name="p0x7" fmla="*/ 1590 w 1815"/>
              <a:gd name="p0y7" fmla="*/ 450 h 450"/>
              <a:gd name="p0x8" fmla="*/ 225 w 1815"/>
              <a:gd name="p0y8" fmla="*/ 450 h 450"/>
              <a:gd name="p0x9" fmla="*/ 100 w 1815"/>
              <a:gd name="p0y9" fmla="*/ 450 h 450"/>
              <a:gd name="p0x10" fmla="*/ 0 w 1815"/>
              <a:gd name="p0y10" fmla="*/ 349 h 450"/>
              <a:gd name="p0x11" fmla="*/ 0 w 1815"/>
              <a:gd name="p0y11" fmla="*/ 225 h 450"/>
              <a:gd name="p0x12" fmla="*/ 0 w 1815"/>
              <a:gd name="p0y12" fmla="*/ 100 h 450"/>
              <a:gd name="p0x13" fmla="*/ 100 w 1815"/>
              <a:gd name="p0y13" fmla="*/ 0 h 450"/>
              <a:gd name="p0x14" fmla="*/ 225 w 1815"/>
              <a:gd name="p0y14" fmla="*/ 0 h 4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DF2E0"/>
          </a:solidFill>
          <a:ln w="9525" cmpd="sng">
            <a:solidFill>
              <a:srgbClr val="F0E8D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67"/>
            </p:custDataLst>
          </p:nvPr>
        </p:nvSpPr>
        <p:spPr>
          <a:xfrm>
            <a:off x="4608195" y="5101590"/>
            <a:ext cx="1998980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</a:rPr>
              <a:t>增加模型供应商容灾</a:t>
            </a:r>
            <a:endParaRPr lang="zh-CN" altLang="en-US" sz="1200">
              <a:solidFill>
                <a:srgbClr val="5A3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任意多边形 16"/>
          <p:cNvSpPr/>
          <p:nvPr>
            <p:custDataLst>
              <p:tags r:id="rId68"/>
            </p:custDataLst>
          </p:nvPr>
        </p:nvSpPr>
        <p:spPr>
          <a:xfrm>
            <a:off x="2009775" y="5027930"/>
            <a:ext cx="1878965" cy="285750"/>
          </a:xfrm>
          <a:custGeom>
            <a:avLst/>
            <a:gdLst>
              <a:gd name="sw" fmla="*/ 1 w 1335"/>
              <a:gd name="sh" fmla="*/ 1 h 450"/>
              <a:gd name="mins" fmla="min sw sh"/>
              <a:gd name="dsw" fmla="+- 0 sw mins"/>
              <a:gd name="dsh" fmla="+- 0 sh mins"/>
              <a:gd name="p0x0" fmla="*/ 225 w 1335"/>
              <a:gd name="p0y0" fmla="*/ 0 h 450"/>
              <a:gd name="p0x1" fmla="*/ 1110 w 1335"/>
              <a:gd name="p0y1" fmla="*/ 0 h 450"/>
              <a:gd name="p0x2" fmla="*/ 1234 w 1335"/>
              <a:gd name="p0y2" fmla="*/ 0 h 450"/>
              <a:gd name="p0x3" fmla="*/ 1335 w 1335"/>
              <a:gd name="p0y3" fmla="*/ 100 h 450"/>
              <a:gd name="p0x4" fmla="*/ 1335 w 1335"/>
              <a:gd name="p0y4" fmla="*/ 225 h 450"/>
              <a:gd name="p0x5" fmla="*/ 1335 w 1335"/>
              <a:gd name="p0y5" fmla="*/ 349 h 450"/>
              <a:gd name="p0x6" fmla="*/ 1234 w 1335"/>
              <a:gd name="p0y6" fmla="*/ 450 h 450"/>
              <a:gd name="p0x7" fmla="*/ 1110 w 1335"/>
              <a:gd name="p0y7" fmla="*/ 450 h 450"/>
              <a:gd name="p0x8" fmla="*/ 225 w 1335"/>
              <a:gd name="p0y8" fmla="*/ 450 h 450"/>
              <a:gd name="p0x9" fmla="*/ 100 w 1335"/>
              <a:gd name="p0y9" fmla="*/ 450 h 450"/>
              <a:gd name="p0x10" fmla="*/ 0 w 1335"/>
              <a:gd name="p0y10" fmla="*/ 349 h 450"/>
              <a:gd name="p0x11" fmla="*/ 0 w 1335"/>
              <a:gd name="p0y11" fmla="*/ 225 h 450"/>
              <a:gd name="p0x12" fmla="*/ 0 w 1335"/>
              <a:gd name="p0y12" fmla="*/ 100 h 450"/>
              <a:gd name="p0x13" fmla="*/ 100 w 1335"/>
              <a:gd name="p0y13" fmla="*/ 0 h 450"/>
              <a:gd name="p0x14" fmla="*/ 225 w 1335"/>
              <a:gd name="p0y14" fmla="*/ 0 h 4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DF2E0"/>
          </a:solidFill>
          <a:ln w="9525" cmpd="sng">
            <a:solidFill>
              <a:srgbClr val="F0E8D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>
            <p:custDataLst>
              <p:tags r:id="rId69"/>
            </p:custDataLst>
          </p:nvPr>
        </p:nvSpPr>
        <p:spPr>
          <a:xfrm>
            <a:off x="2129155" y="5071110"/>
            <a:ext cx="1846580" cy="17907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sz="1200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</a:rPr>
              <a:t>建立日志与异常复盘</a:t>
            </a:r>
            <a:r>
              <a:rPr lang="zh-CN" sz="1200">
                <a:solidFill>
                  <a:srgbClr val="5A3A0A"/>
                </a:solidFill>
                <a:latin typeface="微软雅黑" panose="020B0503020204020204" charset="-122"/>
                <a:ea typeface="微软雅黑" panose="020B0503020204020204" charset="-122"/>
              </a:rPr>
              <a:t>机制</a:t>
            </a:r>
            <a:endParaRPr lang="zh-CN" sz="1200">
              <a:solidFill>
                <a:srgbClr val="5A3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666750" y="1034415"/>
            <a:ext cx="3531175" cy="139827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4200" b="1" spc="84">
                <a:solidFill>
                  <a:srgbClr val="3A2A1A"/>
                </a:solidFill>
                <a:latin typeface="汉仪正圆-75W" panose="00020600040101010101" charset="-122"/>
                <a:ea typeface="汉仪正圆-75W" panose="00020600040101010101" charset="-122"/>
              </a:rPr>
              <a:t>让每一次求助</a:t>
            </a:r>
            <a:endParaRPr sz="4200" b="1" spc="84">
              <a:solidFill>
                <a:srgbClr val="3A2A1A"/>
              </a:solidFill>
              <a:latin typeface="汉仪正圆-75W" panose="00020600040101010101" charset="-122"/>
              <a:ea typeface="汉仪正圆-75W" panose="00020600040101010101" charset="-122"/>
            </a:endParaRPr>
          </a:p>
          <a:p>
            <a:pPr algn="l">
              <a:lnSpc>
                <a:spcPct val="104000"/>
              </a:lnSpc>
            </a:pPr>
            <a:r>
              <a:rPr sz="4200" b="1" spc="84">
                <a:solidFill>
                  <a:srgbClr val="3A2A1A"/>
                </a:solidFill>
                <a:latin typeface="汉仪正圆-75W" panose="00020600040101010101" charset="-122"/>
                <a:ea typeface="汉仪正圆-75W" panose="00020600040101010101" charset="-122"/>
              </a:rPr>
              <a:t>都被温柔承接</a:t>
            </a:r>
            <a:endParaRPr sz="4200" b="1" spc="84">
              <a:solidFill>
                <a:srgbClr val="3A2A1A"/>
              </a:solidFill>
              <a:latin typeface="汉仪正圆-75W" panose="00020600040101010101" charset="-122"/>
              <a:ea typeface="汉仪正圆-75W" panose="00020600040101010101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666750" y="2995613"/>
            <a:ext cx="4758709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spc="30">
                <a:solidFill>
                  <a:srgbClr val="6A5A4A"/>
                </a:solidFill>
                <a:latin typeface="汉仪正圆-45W" panose="00020600040101010101" charset="-122"/>
                <a:ea typeface="汉仪正圆-45W" panose="00020600040101010101" charset="-122"/>
              </a:rPr>
              <a:t>不是替代专业咨询，</a:t>
            </a:r>
            <a:endParaRPr sz="1500" spc="30">
              <a:solidFill>
                <a:srgbClr val="6A5A4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  <a:p>
            <a:pPr algn="l">
              <a:lnSpc>
                <a:spcPct val="133000"/>
              </a:lnSpc>
            </a:pPr>
            <a:r>
              <a:rPr sz="1500" spc="30">
                <a:solidFill>
                  <a:srgbClr val="6A5A4A"/>
                </a:solidFill>
                <a:latin typeface="汉仪正圆-45W" panose="00020600040101010101" charset="-122"/>
                <a:ea typeface="汉仪正圆-45W" panose="00020600040101010101" charset="-122"/>
              </a:rPr>
              <a:t>而是让每一个需要帮助的学生，都能找到最近的那扇门</a:t>
            </a:r>
            <a:endParaRPr sz="1500" spc="30">
              <a:solidFill>
                <a:srgbClr val="6A5A4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666750" y="3985260"/>
            <a:ext cx="3682308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 spc="81">
                <a:solidFill>
                  <a:srgbClr val="8A7A6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华农心晴导航</a:t>
            </a:r>
            <a:r>
              <a:rPr lang="en-US" altLang="zh-CN" sz="1350" spc="81">
                <a:solidFill>
                  <a:srgbClr val="8A7A6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——</a:t>
            </a:r>
            <a:r>
              <a:rPr lang="zh-CN" altLang="en-US" sz="1350" spc="81">
                <a:solidFill>
                  <a:srgbClr val="8A7A6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校园心理支持的第一站</a:t>
            </a:r>
            <a:endParaRPr lang="zh-CN" altLang="en-US" sz="1350" spc="81">
              <a:solidFill>
                <a:srgbClr val="8A7A6A"/>
              </a:solidFill>
              <a:latin typeface="汉仪正圆-45W" panose="00020600040101010101" charset="-122"/>
              <a:ea typeface="汉仪正圆-45W" panose="00020600040101010101" charset="-122"/>
              <a:cs typeface="汉仪正圆-45W" panose="00020600040101010101" charset="-122"/>
            </a:endParaRPr>
          </a:p>
        </p:txBody>
      </p:sp>
      <p:sp>
        <p:nvSpPr>
          <p:cNvPr id="3" name="任意多边形 2"/>
          <p:cNvSpPr/>
          <p:nvPr>
            <p:custDataLst>
              <p:tags r:id="rId4"/>
            </p:custDataLst>
          </p:nvPr>
        </p:nvSpPr>
        <p:spPr>
          <a:xfrm>
            <a:off x="666750" y="666750"/>
            <a:ext cx="95250" cy="95250"/>
          </a:xfrm>
          <a:custGeom>
            <a:avLst/>
            <a:gdLst>
              <a:gd name="sw" fmla="*/ 1 w 150"/>
              <a:gd name="sh" fmla="*/ 1 h 150"/>
              <a:gd name="mins" fmla="min sw sh"/>
              <a:gd name="dsw" fmla="+- 0 sw mins"/>
              <a:gd name="dsh" fmla="+- 0 sh mins"/>
              <a:gd name="p0x0" fmla="*/ 75 w 150"/>
              <a:gd name="p0y0" fmla="*/ 0 h 150"/>
              <a:gd name="p0x1" fmla="*/ 116 w 150"/>
              <a:gd name="p0y1" fmla="*/ 0 h 150"/>
              <a:gd name="p0x2" fmla="*/ 150 w 150"/>
              <a:gd name="p0y2" fmla="*/ 33 h 150"/>
              <a:gd name="p0x3" fmla="*/ 150 w 150"/>
              <a:gd name="p0y3" fmla="*/ 75 h 150"/>
              <a:gd name="p0x4" fmla="*/ 150 w 150"/>
              <a:gd name="p0y4" fmla="*/ 116 h 150"/>
              <a:gd name="p0x5" fmla="*/ 116 w 150"/>
              <a:gd name="p0y5" fmla="*/ 150 h 150"/>
              <a:gd name="p0x6" fmla="*/ 75 w 150"/>
              <a:gd name="p0y6" fmla="*/ 150 h 150"/>
              <a:gd name="p0x7" fmla="*/ 33 w 150"/>
              <a:gd name="p0y7" fmla="*/ 150 h 150"/>
              <a:gd name="p0x8" fmla="*/ 0 w 150"/>
              <a:gd name="p0y8" fmla="*/ 116 h 150"/>
              <a:gd name="p0x9" fmla="*/ 0 w 150"/>
              <a:gd name="p0y9" fmla="*/ 75 h 150"/>
              <a:gd name="p0x10" fmla="*/ 0 w 150"/>
              <a:gd name="p0y10" fmla="*/ 33 h 150"/>
              <a:gd name="p0x11" fmla="*/ 33 w 150"/>
              <a:gd name="p0y11" fmla="*/ 0 h 150"/>
              <a:gd name="p0x12" fmla="*/ 75 w 150"/>
              <a:gd name="p0y12" fmla="*/ 0 h 15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5A623">
              <a:alpha val="55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>
            <p:custDataLst>
              <p:tags r:id="rId5"/>
            </p:custDataLst>
          </p:nvPr>
        </p:nvSpPr>
        <p:spPr>
          <a:xfrm>
            <a:off x="838200" y="68580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5A623">
              <a:alpha val="35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6"/>
            </p:custDataLst>
          </p:nvPr>
        </p:nvSpPr>
        <p:spPr>
          <a:xfrm>
            <a:off x="971550" y="695325"/>
            <a:ext cx="38100" cy="38100"/>
          </a:xfrm>
          <a:custGeom>
            <a:avLst/>
            <a:gdLst>
              <a:gd name="sw" fmla="*/ 1 w 60"/>
              <a:gd name="sh" fmla="*/ 1 h 60"/>
              <a:gd name="mins" fmla="min sw sh"/>
              <a:gd name="dsw" fmla="+- 0 sw mins"/>
              <a:gd name="dsh" fmla="+- 0 sh mins"/>
              <a:gd name="p0x0" fmla="*/ 30 w 60"/>
              <a:gd name="p0y0" fmla="*/ 0 h 60"/>
              <a:gd name="p0x1" fmla="*/ 46 w 60"/>
              <a:gd name="p0y1" fmla="*/ 0 h 60"/>
              <a:gd name="p0x2" fmla="*/ 60 w 60"/>
              <a:gd name="p0y2" fmla="*/ 13 h 60"/>
              <a:gd name="p0x3" fmla="*/ 60 w 60"/>
              <a:gd name="p0y3" fmla="*/ 30 h 60"/>
              <a:gd name="p0x4" fmla="*/ 60 w 60"/>
              <a:gd name="p0y4" fmla="*/ 46 h 60"/>
              <a:gd name="p0x5" fmla="*/ 46 w 60"/>
              <a:gd name="p0y5" fmla="*/ 60 h 60"/>
              <a:gd name="p0x6" fmla="*/ 30 w 60"/>
              <a:gd name="p0y6" fmla="*/ 60 h 60"/>
              <a:gd name="p0x7" fmla="*/ 13 w 60"/>
              <a:gd name="p0y7" fmla="*/ 60 h 60"/>
              <a:gd name="p0x8" fmla="*/ 0 w 60"/>
              <a:gd name="p0y8" fmla="*/ 46 h 60"/>
              <a:gd name="p0x9" fmla="*/ 0 w 60"/>
              <a:gd name="p0y9" fmla="*/ 30 h 60"/>
              <a:gd name="p0x10" fmla="*/ 0 w 60"/>
              <a:gd name="p0y10" fmla="*/ 13 h 60"/>
              <a:gd name="p0x11" fmla="*/ 13 w 60"/>
              <a:gd name="p0y11" fmla="*/ 0 h 60"/>
              <a:gd name="p0x12" fmla="*/ 30 w 60"/>
              <a:gd name="p0y12" fmla="*/ 0 h 6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5A623">
              <a:alpha val="2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6750" y="2771775"/>
            <a:ext cx="1143000" cy="7620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tags/tag1.xml><?xml version="1.0" encoding="utf-8"?>
<p:tagLst xmlns:p="http://schemas.openxmlformats.org/presentationml/2006/main">
  <p:tag name="KSO_WM_TEMPLATE_SUBCATEGORY" val="31"/>
  <p:tag name="KSO_WM_BEAUTIFY_FLAG" val="#wm#"/>
  <p:tag name="KSO_WM_TAG_VERSION" val="3.0"/>
</p:tagLst>
</file>

<file path=ppt/tags/tag2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5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9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1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1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1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13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5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6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7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8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9.xml><?xml version="1.0" encoding="utf-8"?>
<p:tagLst xmlns:p="http://schemas.openxmlformats.org/presentationml/2006/main">
  <p:tag name="KSO_WM_UNIT_TYPE" val="d"/>
  <p:tag name="KSO_WM_UNIT_INDEX" val="2"/>
  <p:tag name="KSO_WM_BEAUTIFY_FLAG" val="#wm#"/>
  <p:tag name="KSO_WM_TAG_VERSION" val="3.0"/>
</p:tagLst>
</file>

<file path=ppt/tags/tag20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1.xml><?xml version="1.0" encoding="utf-8"?>
<p:tagLst xmlns:p="http://schemas.openxmlformats.org/presentationml/2006/main">
  <p:tag name="KSO_WM_UNIT_TYPE" val="i"/>
  <p:tag name="KSO_WM_UNIT_INDEX" val="70"/>
  <p:tag name="KSO_WM_BEAUTIFY_FLAG" val="#wm#"/>
  <p:tag name="KSO_WM_TAG_VERSION" val="3.0"/>
</p:tagLst>
</file>

<file path=ppt/tags/tag22.xml><?xml version="1.0" encoding="utf-8"?>
<p:tagLst xmlns:p="http://schemas.openxmlformats.org/presentationml/2006/main">
  <p:tag name="KSO_WM_UNIT_TYPE" val="d"/>
  <p:tag name="KSO_WM_UNIT_INDEX" val="9"/>
  <p:tag name="KSO_WM_BEAUTIFY_FLAG" val="#wm#"/>
  <p:tag name="KSO_WM_TAG_VERSION" val="3.0"/>
</p:tagLst>
</file>

<file path=ppt/tags/tag23.xml><?xml version="1.0" encoding="utf-8"?>
<p:tagLst xmlns:p="http://schemas.openxmlformats.org/presentationml/2006/main">
  <p:tag name="KSO_WM_UNIT_TYPE" val="f"/>
  <p:tag name="KSO_WM_UNIT_INDEX" val="29"/>
  <p:tag name="KSO_WM_BEAUTIFY_FLAG" val="#wm#"/>
  <p:tag name="KSO_WM_TAG_VERSION" val="3.0"/>
</p:tagLst>
</file>

<file path=ppt/tags/tag24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5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7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8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29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0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1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32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33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4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5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36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37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8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39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40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41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42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43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44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45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46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47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48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49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50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51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52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53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54.xml><?xml version="1.0" encoding="utf-8"?>
<p:tagLst xmlns:p="http://schemas.openxmlformats.org/presentationml/2006/main">
  <p:tag name="KSO_WM_UNIT_TYPE" val="b"/>
  <p:tag name="KSO_WM_UNIT_INDEX" val="2"/>
  <p:tag name="KSO_WM_BEAUTIFY_FLAG" val="#wm#"/>
  <p:tag name="KSO_WM_TAG_VERSION" val="3.0"/>
</p:tagLst>
</file>

<file path=ppt/tags/tag55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56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57.xml><?xml version="1.0" encoding="utf-8"?>
<p:tagLst xmlns:p="http://schemas.openxmlformats.org/presentationml/2006/main">
  <p:tag name="KSO_WM_UNIT_TYPE" val="d"/>
  <p:tag name="KSO_WM_UNIT_INDEX" val="3"/>
  <p:tag name="KSO_WM_BEAUTIFY_FLAG" val="#wm#"/>
  <p:tag name="KSO_WM_TAG_VERSION" val="3.0"/>
</p:tagLst>
</file>

<file path=ppt/tags/tag58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59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60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61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</p:tagLst>
</file>

<file path=ppt/tags/tag62.xml><?xml version="1.0" encoding="utf-8"?>
<p:tagLst xmlns:p="http://schemas.openxmlformats.org/presentationml/2006/main">
  <p:tag name="KSO_WM_UNIT_TYPE" val="d"/>
  <p:tag name="KSO_WM_UNIT_INDEX" val="4"/>
  <p:tag name="KSO_WM_BEAUTIFY_FLAG" val="#wm#"/>
  <p:tag name="KSO_WM_TAG_VERSION" val="3.0"/>
</p:tagLst>
</file>

<file path=ppt/tags/tag63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64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65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</p:tagLst>
</file>

<file path=ppt/tags/tag66.xml><?xml version="1.0" encoding="utf-8"?>
<p:tagLst xmlns:p="http://schemas.openxmlformats.org/presentationml/2006/main">
  <p:tag name="KSO_WM_UNIT_TYPE" val="i"/>
  <p:tag name="KSO_WM_UNIT_INDEX" val="56"/>
  <p:tag name="KSO_WM_BEAUTIFY_FLAG" val="#wm#"/>
  <p:tag name="KSO_WM_TAG_VERSION" val="3.0"/>
</p:tagLst>
</file>

<file path=ppt/tags/tag67.xml><?xml version="1.0" encoding="utf-8"?>
<p:tagLst xmlns:p="http://schemas.openxmlformats.org/presentationml/2006/main">
  <p:tag name="KSO_WM_UNIT_TYPE" val="d"/>
  <p:tag name="KSO_WM_UNIT_INDEX" val="5"/>
  <p:tag name="KSO_WM_BEAUTIFY_FLAG" val="#wm#"/>
  <p:tag name="KSO_WM_TAG_VERSION" val="3.0"/>
</p:tagLst>
</file>

<file path=ppt/tags/tag68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69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70.xml><?xml version="1.0" encoding="utf-8"?>
<p:tagLst xmlns:p="http://schemas.openxmlformats.org/presentationml/2006/main">
  <p:tag name="KSO_WM_UNIT_TYPE" val="i"/>
  <p:tag name="KSO_WM_UNIT_INDEX" val="58"/>
  <p:tag name="KSO_WM_BEAUTIFY_FLAG" val="#wm#"/>
  <p:tag name="KSO_WM_TAG_VERSION" val="3.0"/>
</p:tagLst>
</file>

<file path=ppt/tags/tag71.xml><?xml version="1.0" encoding="utf-8"?>
<p:tagLst xmlns:p="http://schemas.openxmlformats.org/presentationml/2006/main">
  <p:tag name="KSO_WM_UNIT_TYPE" val="i"/>
  <p:tag name="KSO_WM_UNIT_INDEX" val="60"/>
  <p:tag name="KSO_WM_BEAUTIFY_FLAG" val="#wm#"/>
  <p:tag name="KSO_WM_TAG_VERSION" val="3.0"/>
</p:tagLst>
</file>

<file path=ppt/tags/tag72.xml><?xml version="1.0" encoding="utf-8"?>
<p:tagLst xmlns:p="http://schemas.openxmlformats.org/presentationml/2006/main">
  <p:tag name="KSO_WM_UNIT_TYPE" val="d"/>
  <p:tag name="KSO_WM_UNIT_INDEX" val="6"/>
  <p:tag name="KSO_WM_BEAUTIFY_FLAG" val="#wm#"/>
  <p:tag name="KSO_WM_TAG_VERSION" val="3.0"/>
</p:tagLst>
</file>

<file path=ppt/tags/tag73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74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75.xml><?xml version="1.0" encoding="utf-8"?>
<p:tagLst xmlns:p="http://schemas.openxmlformats.org/presentationml/2006/main">
  <p:tag name="KSO_WM_UNIT_TYPE" val="i"/>
  <p:tag name="KSO_WM_UNIT_INDEX" val="62"/>
  <p:tag name="KSO_WM_BEAUTIFY_FLAG" val="#wm#"/>
  <p:tag name="KSO_WM_TAG_VERSION" val="3.0"/>
</p:tagLst>
</file>

<file path=ppt/tags/tag76.xml><?xml version="1.0" encoding="utf-8"?>
<p:tagLst xmlns:p="http://schemas.openxmlformats.org/presentationml/2006/main">
  <p:tag name="KSO_WM_UNIT_TYPE" val="i"/>
  <p:tag name="KSO_WM_UNIT_INDEX" val="64"/>
  <p:tag name="KSO_WM_BEAUTIFY_FLAG" val="#wm#"/>
  <p:tag name="KSO_WM_TAG_VERSION" val="3.0"/>
</p:tagLst>
</file>

<file path=ppt/tags/tag77.xml><?xml version="1.0" encoding="utf-8"?>
<p:tagLst xmlns:p="http://schemas.openxmlformats.org/presentationml/2006/main">
  <p:tag name="KSO_WM_UNIT_TYPE" val="d"/>
  <p:tag name="KSO_WM_UNIT_INDEX" val="7"/>
  <p:tag name="KSO_WM_BEAUTIFY_FLAG" val="#wm#"/>
  <p:tag name="KSO_WM_TAG_VERSION" val="3.0"/>
</p:tagLst>
</file>

<file path=ppt/tags/tag78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79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80.xml><?xml version="1.0" encoding="utf-8"?>
<p:tagLst xmlns:p="http://schemas.openxmlformats.org/presentationml/2006/main">
  <p:tag name="KSO_WM_UNIT_TYPE" val="i"/>
  <p:tag name="KSO_WM_UNIT_INDEX" val="66"/>
  <p:tag name="KSO_WM_BEAUTIFY_FLAG" val="#wm#"/>
  <p:tag name="KSO_WM_TAG_VERSION" val="3.0"/>
</p:tagLst>
</file>

<file path=ppt/tags/tag81.xml><?xml version="1.0" encoding="utf-8"?>
<p:tagLst xmlns:p="http://schemas.openxmlformats.org/presentationml/2006/main">
  <p:tag name="KSO_WM_UNIT_TYPE" val="i"/>
  <p:tag name="KSO_WM_UNIT_INDEX" val="68"/>
  <p:tag name="KSO_WM_BEAUTIFY_FLAG" val="#wm#"/>
  <p:tag name="KSO_WM_TAG_VERSION" val="3.0"/>
</p:tagLst>
</file>

<file path=ppt/tags/tag82.xml><?xml version="1.0" encoding="utf-8"?>
<p:tagLst xmlns:p="http://schemas.openxmlformats.org/presentationml/2006/main">
  <p:tag name="KSO_WM_UNIT_TYPE" val="d"/>
  <p:tag name="KSO_WM_UNIT_INDEX" val="8"/>
  <p:tag name="KSO_WM_BEAUTIFY_FLAG" val="#wm#"/>
  <p:tag name="KSO_WM_TAG_VERSION" val="3.0"/>
</p:tagLst>
</file>

<file path=ppt/tags/tag83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84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8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8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8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88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89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90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91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92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93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</p:tagLst>
</file>

<file path=ppt/tags/tag94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95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</p:tagLst>
</file>

<file path=ppt/tags/tag96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97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</p:tagLst>
</file>

<file path=ppt/tags/tag98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</p:tagLst>
</file>

<file path=ppt/tags/tag99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00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01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02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03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</p:tagLst>
</file>

<file path=ppt/tags/tag104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105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</p:tagLst>
</file>

<file path=ppt/tags/tag106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107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108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09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10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11.xml><?xml version="1.0" encoding="utf-8"?>
<p:tagLst xmlns:p="http://schemas.openxmlformats.org/presentationml/2006/main">
  <p:tag name="KSO_WM_UNIT_TYPE" val="i"/>
  <p:tag name="KSO_WM_UNIT_INDEX" val="29"/>
  <p:tag name="KSO_WM_BEAUTIFY_FLAG" val="#wm#"/>
  <p:tag name="KSO_WM_TAG_VERSION" val="3.0"/>
</p:tagLst>
</file>

<file path=ppt/tags/tag112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113.xml><?xml version="1.0" encoding="utf-8"?>
<p:tagLst xmlns:p="http://schemas.openxmlformats.org/presentationml/2006/main">
  <p:tag name="KSO_WM_UNIT_TYPE" val="i"/>
  <p:tag name="KSO_WM_UNIT_INDEX" val="31"/>
  <p:tag name="KSO_WM_BEAUTIFY_FLAG" val="#wm#"/>
  <p:tag name="KSO_WM_TAG_VERSION" val="3.0"/>
</p:tagLst>
</file>

<file path=ppt/tags/tag114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115.xml><?xml version="1.0" encoding="utf-8"?>
<p:tagLst xmlns:p="http://schemas.openxmlformats.org/presentationml/2006/main">
  <p:tag name="KSO_WM_UNIT_TYPE" val="i"/>
  <p:tag name="KSO_WM_UNIT_INDEX" val="33"/>
  <p:tag name="KSO_WM_BEAUTIFY_FLAG" val="#wm#"/>
  <p:tag name="KSO_WM_TAG_VERSION" val="3.0"/>
</p:tagLst>
</file>

<file path=ppt/tags/tag116.xml><?xml version="1.0" encoding="utf-8"?>
<p:tagLst xmlns:p="http://schemas.openxmlformats.org/presentationml/2006/main">
  <p:tag name="KSO_WM_UNIT_TYPE" val="i"/>
  <p:tag name="KSO_WM_UNIT_INDEX" val="37"/>
  <p:tag name="KSO_WM_BEAUTIFY_FLAG" val="#wm#"/>
  <p:tag name="KSO_WM_TAG_VERSION" val="3.0"/>
</p:tagLst>
</file>

<file path=ppt/tags/tag117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18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19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20.xml><?xml version="1.0" encoding="utf-8"?>
<p:tagLst xmlns:p="http://schemas.openxmlformats.org/presentationml/2006/main">
  <p:tag name="KSO_WM_UNIT_TYPE" val="i"/>
  <p:tag name="KSO_WM_UNIT_INDEX" val="39"/>
  <p:tag name="KSO_WM_BEAUTIFY_FLAG" val="#wm#"/>
  <p:tag name="KSO_WM_TAG_VERSION" val="3.0"/>
</p:tagLst>
</file>

<file path=ppt/tags/tag121.xml><?xml version="1.0" encoding="utf-8"?>
<p:tagLst xmlns:p="http://schemas.openxmlformats.org/presentationml/2006/main">
  <p:tag name="KSO_WM_UNIT_TYPE" val="i"/>
  <p:tag name="KSO_WM_UNIT_INDEX" val="41"/>
  <p:tag name="KSO_WM_BEAUTIFY_FLAG" val="#wm#"/>
  <p:tag name="KSO_WM_TAG_VERSION" val="3.0"/>
</p:tagLst>
</file>

<file path=ppt/tags/tag122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23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124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125.xml><?xml version="1.0" encoding="utf-8"?>
<p:tagLst xmlns:p="http://schemas.openxmlformats.org/presentationml/2006/main">
  <p:tag name="KSO_WM_UNIT_TYPE" val="i"/>
  <p:tag name="KSO_WM_UNIT_INDEX" val="43"/>
  <p:tag name="KSO_WM_BEAUTIFY_FLAG" val="#wm#"/>
  <p:tag name="KSO_WM_TAG_VERSION" val="3.0"/>
</p:tagLst>
</file>

<file path=ppt/tags/tag126.xml><?xml version="1.0" encoding="utf-8"?>
<p:tagLst xmlns:p="http://schemas.openxmlformats.org/presentationml/2006/main">
  <p:tag name="KSO_WM_UNIT_TYPE" val="i"/>
  <p:tag name="KSO_WM_UNIT_INDEX" val="45"/>
  <p:tag name="KSO_WM_BEAUTIFY_FLAG" val="#wm#"/>
  <p:tag name="KSO_WM_TAG_VERSION" val="3.0"/>
</p:tagLst>
</file>

<file path=ppt/tags/tag127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128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129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130.xml><?xml version="1.0" encoding="utf-8"?>
<p:tagLst xmlns:p="http://schemas.openxmlformats.org/presentationml/2006/main">
  <p:tag name="KSO_WM_UNIT_TYPE" val="i"/>
  <p:tag name="KSO_WM_UNIT_INDEX" val="47"/>
  <p:tag name="KSO_WM_BEAUTIFY_FLAG" val="#wm#"/>
  <p:tag name="KSO_WM_TAG_VERSION" val="3.0"/>
</p:tagLst>
</file>

<file path=ppt/tags/tag131.xml><?xml version="1.0" encoding="utf-8"?>
<p:tagLst xmlns:p="http://schemas.openxmlformats.org/presentationml/2006/main">
  <p:tag name="KSO_WM_UNIT_TYPE" val="i"/>
  <p:tag name="KSO_WM_UNIT_INDEX" val="49"/>
  <p:tag name="KSO_WM_BEAUTIFY_FLAG" val="#wm#"/>
  <p:tag name="KSO_WM_TAG_VERSION" val="3.0"/>
</p:tagLst>
</file>

<file path=ppt/tags/tag132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133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13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3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13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3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38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39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40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41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42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43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44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45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46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</p:tagLst>
</file>

<file path=ppt/tags/tag14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4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149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5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51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52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53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154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55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5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57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58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59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60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61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62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63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64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65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66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67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68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69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70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171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172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173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74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175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176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177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178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179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180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181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182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183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184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185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186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187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188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189.xml><?xml version="1.0" encoding="utf-8"?>
<p:tagLst xmlns:p="http://schemas.openxmlformats.org/presentationml/2006/main">
  <p:tag name="KSO_WM_UNIT_TYPE" val="f"/>
  <p:tag name="KSO_WM_UNIT_INDEX" val="29"/>
  <p:tag name="KSO_WM_BEAUTIFY_FLAG" val="#wm#"/>
  <p:tag name="KSO_WM_TAG_VERSION" val="3.0"/>
</p:tagLst>
</file>

<file path=ppt/tags/tag19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91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92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9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94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</p:tagLst>
</file>

<file path=ppt/tags/tag195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96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97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</p:tagLst>
</file>

<file path=ppt/tags/tag198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99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00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01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02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03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</p:tagLst>
</file>

<file path=ppt/tags/tag204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205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206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07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08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09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</p:tagLst>
</file>

<file path=ppt/tags/tag210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211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212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13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214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215.xml><?xml version="1.0" encoding="utf-8"?>
<p:tagLst xmlns:p="http://schemas.openxmlformats.org/presentationml/2006/main">
  <p:tag name="KSO_WM_UNIT_TYPE" val="i"/>
  <p:tag name="KSO_WM_UNIT_INDEX" val="29"/>
  <p:tag name="KSO_WM_BEAUTIFY_FLAG" val="#wm#"/>
  <p:tag name="KSO_WM_TAG_VERSION" val="3.0"/>
</p:tagLst>
</file>

<file path=ppt/tags/tag216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217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218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219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220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221.xml><?xml version="1.0" encoding="utf-8"?>
<p:tagLst xmlns:p="http://schemas.openxmlformats.org/presentationml/2006/main">
  <p:tag name="KSO_WM_UNIT_TYPE" val="i"/>
  <p:tag name="KSO_WM_UNIT_INDEX" val="35"/>
  <p:tag name="KSO_WM_BEAUTIFY_FLAG" val="#wm#"/>
  <p:tag name="KSO_WM_TAG_VERSION" val="3.0"/>
</p:tagLst>
</file>

<file path=ppt/tags/tag222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223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224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225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226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227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228.xml><?xml version="1.0" encoding="utf-8"?>
<p:tagLst xmlns:p="http://schemas.openxmlformats.org/presentationml/2006/main">
  <p:tag name="KSO_WM_UNIT_TYPE" val="i"/>
  <p:tag name="KSO_WM_UNIT_INDEX" val="43"/>
  <p:tag name="KSO_WM_BEAUTIFY_FLAG" val="#wm#"/>
  <p:tag name="KSO_WM_TAG_VERSION" val="3.0"/>
</p:tagLst>
</file>

<file path=ppt/tags/tag229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230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231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232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</p:tagLst>
</file>

<file path=ppt/tags/tag233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234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23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3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37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3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39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</p:tagLst>
</file>

<file path=ppt/tags/tag24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41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42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43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44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</p:tagLst>
</file>

<file path=ppt/tags/tag245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46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47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48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249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50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51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52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</p:tagLst>
</file>

<file path=ppt/tags/tag253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254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255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56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257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258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259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260.xml><?xml version="1.0" encoding="utf-8"?>
<p:tagLst xmlns:p="http://schemas.openxmlformats.org/presentationml/2006/main">
  <p:tag name="KSO_WM_UNIT_TYPE" val="i"/>
  <p:tag name="KSO_WM_UNIT_INDEX" val="27"/>
  <p:tag name="KSO_WM_BEAUTIFY_FLAG" val="#wm#"/>
  <p:tag name="KSO_WM_TAG_VERSION" val="3.0"/>
</p:tagLst>
</file>

<file path=ppt/tags/tag261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262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263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264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265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266.xml><?xml version="1.0" encoding="utf-8"?>
<p:tagLst xmlns:p="http://schemas.openxmlformats.org/presentationml/2006/main">
  <p:tag name="KSO_WM_UNIT_TYPE" val="i"/>
  <p:tag name="KSO_WM_UNIT_INDEX" val="33"/>
  <p:tag name="KSO_WM_BEAUTIFY_FLAG" val="#wm#"/>
  <p:tag name="KSO_WM_TAG_VERSION" val="3.0"/>
</p:tagLst>
</file>

<file path=ppt/tags/tag267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268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269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270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271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272.xml><?xml version="1.0" encoding="utf-8"?>
<p:tagLst xmlns:p="http://schemas.openxmlformats.org/presentationml/2006/main">
  <p:tag name="KSO_WM_UNIT_TYPE" val="i"/>
  <p:tag name="KSO_WM_UNIT_INDEX" val="39"/>
  <p:tag name="KSO_WM_BEAUTIFY_FLAG" val="#wm#"/>
  <p:tag name="KSO_WM_TAG_VERSION" val="3.0"/>
</p:tagLst>
</file>

<file path=ppt/tags/tag273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274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275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276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277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278.xml><?xml version="1.0" encoding="utf-8"?>
<p:tagLst xmlns:p="http://schemas.openxmlformats.org/presentationml/2006/main">
  <p:tag name="KSO_WM_UNIT_TYPE" val="i"/>
  <p:tag name="KSO_WM_UNIT_INDEX" val="45"/>
  <p:tag name="KSO_WM_BEAUTIFY_FLAG" val="#wm#"/>
  <p:tag name="KSO_WM_TAG_VERSION" val="3.0"/>
</p:tagLst>
</file>

<file path=ppt/tags/tag279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280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281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282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283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284.xml><?xml version="1.0" encoding="utf-8"?>
<p:tagLst xmlns:p="http://schemas.openxmlformats.org/presentationml/2006/main">
  <p:tag name="KSO_WM_UNIT_TYPE" val="i"/>
  <p:tag name="KSO_WM_UNIT_INDEX" val="51"/>
  <p:tag name="KSO_WM_BEAUTIFY_FLAG" val="#wm#"/>
  <p:tag name="KSO_WM_TAG_VERSION" val="3.0"/>
</p:tagLst>
</file>

<file path=ppt/tags/tag285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</p:tagLst>
</file>

<file path=ppt/tags/tag286.xml><?xml version="1.0" encoding="utf-8"?>
<p:tagLst xmlns:p="http://schemas.openxmlformats.org/presentationml/2006/main">
  <p:tag name="KSO_WM_UNIT_TYPE" val="i"/>
  <p:tag name="KSO_WM_UNIT_INDEX" val="56"/>
  <p:tag name="KSO_WM_BEAUTIFY_FLAG" val="#wm#"/>
  <p:tag name="KSO_WM_TAG_VERSION" val="3.0"/>
</p:tagLst>
</file>

<file path=ppt/tags/tag287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288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289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290.xml><?xml version="1.0" encoding="utf-8"?>
<p:tagLst xmlns:p="http://schemas.openxmlformats.org/presentationml/2006/main">
  <p:tag name="KSO_WM_UNIT_TYPE" val="i"/>
  <p:tag name="KSO_WM_UNIT_INDEX" val="58"/>
  <p:tag name="KSO_WM_BEAUTIFY_FLAG" val="#wm#"/>
  <p:tag name="KSO_WM_TAG_VERSION" val="3.0"/>
</p:tagLst>
</file>

<file path=ppt/tags/tag291.xml><?xml version="1.0" encoding="utf-8"?>
<p:tagLst xmlns:p="http://schemas.openxmlformats.org/presentationml/2006/main">
  <p:tag name="KSO_WM_UNIT_TYPE" val="i"/>
  <p:tag name="KSO_WM_UNIT_INDEX" val="60"/>
  <p:tag name="KSO_WM_BEAUTIFY_FLAG" val="#wm#"/>
  <p:tag name="KSO_WM_TAG_VERSION" val="3.0"/>
</p:tagLst>
</file>

<file path=ppt/tags/tag292.xml><?xml version="1.0" encoding="utf-8"?>
<p:tagLst xmlns:p="http://schemas.openxmlformats.org/presentationml/2006/main">
  <p:tag name="KSO_WM_UNIT_TYPE" val="f"/>
  <p:tag name="KSO_WM_UNIT_INDEX" val="29"/>
  <p:tag name="KSO_WM_BEAUTIFY_FLAG" val="#wm#"/>
  <p:tag name="KSO_WM_TAG_VERSION" val="3.0"/>
</p:tagLst>
</file>

<file path=ppt/tags/tag293.xml><?xml version="1.0" encoding="utf-8"?>
<p:tagLst xmlns:p="http://schemas.openxmlformats.org/presentationml/2006/main">
  <p:tag name="KSO_WM_UNIT_TYPE" val="f"/>
  <p:tag name="KSO_WM_UNIT_INDEX" val="30"/>
  <p:tag name="KSO_WM_BEAUTIFY_FLAG" val="#wm#"/>
  <p:tag name="KSO_WM_TAG_VERSION" val="3.0"/>
</p:tagLst>
</file>

<file path=ppt/tags/tag294.xml><?xml version="1.0" encoding="utf-8"?>
<p:tagLst xmlns:p="http://schemas.openxmlformats.org/presentationml/2006/main">
  <p:tag name="KSO_WM_UNIT_TYPE" val="f"/>
  <p:tag name="KSO_WM_UNIT_INDEX" val="31"/>
  <p:tag name="KSO_WM_BEAUTIFY_FLAG" val="#wm#"/>
  <p:tag name="KSO_WM_TAG_VERSION" val="3.0"/>
</p:tagLst>
</file>

<file path=ppt/tags/tag295.xml><?xml version="1.0" encoding="utf-8"?>
<p:tagLst xmlns:p="http://schemas.openxmlformats.org/presentationml/2006/main">
  <p:tag name="KSO_WM_UNIT_TYPE" val="i"/>
  <p:tag name="KSO_WM_UNIT_INDEX" val="62"/>
  <p:tag name="KSO_WM_BEAUTIFY_FLAG" val="#wm#"/>
  <p:tag name="KSO_WM_TAG_VERSION" val="3.0"/>
</p:tagLst>
</file>

<file path=ppt/tags/tag296.xml><?xml version="1.0" encoding="utf-8"?>
<p:tagLst xmlns:p="http://schemas.openxmlformats.org/presentationml/2006/main">
  <p:tag name="KSO_WM_UNIT_TYPE" val="i"/>
  <p:tag name="KSO_WM_UNIT_INDEX" val="64"/>
  <p:tag name="KSO_WM_BEAUTIFY_FLAG" val="#wm#"/>
  <p:tag name="KSO_WM_TAG_VERSION" val="3.0"/>
</p:tagLst>
</file>

<file path=ppt/tags/tag297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298.xml><?xml version="1.0" encoding="utf-8"?>
<p:tagLst xmlns:p="http://schemas.openxmlformats.org/presentationml/2006/main">
  <p:tag name="KSO_WM_UNIT_TYPE" val="f"/>
  <p:tag name="KSO_WM_UNIT_INDEX" val="32"/>
  <p:tag name="KSO_WM_BEAUTIFY_FLAG" val="#wm#"/>
  <p:tag name="KSO_WM_TAG_VERSION" val="3.0"/>
</p:tagLst>
</file>

<file path=ppt/tags/tag299.xml><?xml version="1.0" encoding="utf-8"?>
<p:tagLst xmlns:p="http://schemas.openxmlformats.org/presentationml/2006/main">
  <p:tag name="KSO_WM_UNIT_TYPE" val="i"/>
  <p:tag name="KSO_WM_UNIT_INDEX" val="66"/>
  <p:tag name="KSO_WM_BEAUTIFY_FLAG" val="#wm#"/>
  <p:tag name="KSO_WM_TAG_VERSION" val="3.0"/>
</p:tagLst>
</file>

<file path=ppt/tags/tag300.xml><?xml version="1.0" encoding="utf-8"?>
<p:tagLst xmlns:p="http://schemas.openxmlformats.org/presentationml/2006/main">
  <p:tag name="KSO_WM_UNIT_TYPE" val="f"/>
  <p:tag name="KSO_WM_UNIT_INDEX" val="33"/>
  <p:tag name="KSO_WM_BEAUTIFY_FLAG" val="#wm#"/>
  <p:tag name="KSO_WM_TAG_VERSION" val="3.0"/>
</p:tagLst>
</file>

<file path=ppt/tags/tag301.xml><?xml version="1.0" encoding="utf-8"?>
<p:tagLst xmlns:p="http://schemas.openxmlformats.org/presentationml/2006/main">
  <p:tag name="KSO_WM_UNIT_TYPE" val="f"/>
  <p:tag name="KSO_WM_UNIT_INDEX" val="34"/>
  <p:tag name="KSO_WM_BEAUTIFY_FLAG" val="#wm#"/>
  <p:tag name="KSO_WM_TAG_VERSION" val="3.0"/>
</p:tagLst>
</file>

<file path=ppt/tags/tag302.xml><?xml version="1.0" encoding="utf-8"?>
<p:tagLst xmlns:p="http://schemas.openxmlformats.org/presentationml/2006/main">
  <p:tag name="KSO_WM_UNIT_TYPE" val="i"/>
  <p:tag name="KSO_WM_UNIT_INDEX" val="68"/>
  <p:tag name="KSO_WM_BEAUTIFY_FLAG" val="#wm#"/>
  <p:tag name="KSO_WM_TAG_VERSION" val="3.0"/>
</p:tagLst>
</file>

<file path=ppt/tags/tag303.xml><?xml version="1.0" encoding="utf-8"?>
<p:tagLst xmlns:p="http://schemas.openxmlformats.org/presentationml/2006/main">
  <p:tag name="KSO_WM_UNIT_TYPE" val="f"/>
  <p:tag name="KSO_WM_UNIT_INDEX" val="35"/>
  <p:tag name="KSO_WM_BEAUTIFY_FLAG" val="#wm#"/>
  <p:tag name="KSO_WM_TAG_VERSION" val="3.0"/>
</p:tagLst>
</file>

<file path=ppt/tags/tag304.xml><?xml version="1.0" encoding="utf-8"?>
<p:tagLst xmlns:p="http://schemas.openxmlformats.org/presentationml/2006/main">
  <p:tag name="KSO_WM_UNIT_TYPE" val="f"/>
  <p:tag name="KSO_WM_UNIT_INDEX" val="36"/>
  <p:tag name="KSO_WM_BEAUTIFY_FLAG" val="#wm#"/>
  <p:tag name="KSO_WM_TAG_VERSION" val="3.0"/>
</p:tagLst>
</file>

<file path=ppt/tags/tag30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0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0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0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09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310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11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12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313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14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315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316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17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318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319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20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321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322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23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324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325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26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327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328.xml><?xml version="1.0" encoding="utf-8"?>
<p:tagLst xmlns:p="http://schemas.openxmlformats.org/presentationml/2006/main">
  <p:tag name="KSO_WM_UNIT_TYPE" val="d"/>
  <p:tag name="KSO_WM_UNIT_INDEX" val="2"/>
  <p:tag name="KSO_WM_BEAUTIFY_FLAG" val="#wm#"/>
  <p:tag name="KSO_WM_TAG_VERSION" val="3.0"/>
</p:tagLst>
</file>

<file path=ppt/tags/tag329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30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331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332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33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334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335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336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337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338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339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340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341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342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343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</p:tagLst>
</file>

<file path=ppt/tags/tag344.xml><?xml version="1.0" encoding="utf-8"?>
<p:tagLst xmlns:p="http://schemas.openxmlformats.org/presentationml/2006/main">
  <p:tag name="KSO_WM_UNIT_TYPE" val="d"/>
  <p:tag name="KSO_WM_UNIT_INDEX" val="3"/>
  <p:tag name="KSO_WM_BEAUTIFY_FLAG" val="#wm#"/>
  <p:tag name="KSO_WM_TAG_VERSION" val="3.0"/>
</p:tagLst>
</file>

<file path=ppt/tags/tag345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346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  <p:tag name="TABLE_ENDDRAG_ORIGIN_RECT" val="584*148"/>
  <p:tag name="TABLE_ENDDRAG_RECT" val="29*373*584*148"/>
</p:tagLst>
</file>

<file path=ppt/tags/tag347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</p:tagLst>
</file>

<file path=ppt/tags/tag348.xml><?xml version="1.0" encoding="utf-8"?>
<p:tagLst xmlns:p="http://schemas.openxmlformats.org/presentationml/2006/main">
  <p:tag name="KSO_WM_UNIT_TYPE" val="i"/>
  <p:tag name="KSO_WM_UNIT_INDEX" val="56"/>
  <p:tag name="KSO_WM_BEAUTIFY_FLAG" val="#wm#"/>
  <p:tag name="KSO_WM_TAG_VERSION" val="3.0"/>
</p:tagLst>
</file>

<file path=ppt/tags/tag349.xml><?xml version="1.0" encoding="utf-8"?>
<p:tagLst xmlns:p="http://schemas.openxmlformats.org/presentationml/2006/main">
  <p:tag name="KSO_WM_UNIT_TYPE" val="d"/>
  <p:tag name="KSO_WM_UNIT_INDEX" val="7"/>
  <p:tag name="KSO_WM_BEAUTIFY_FLAG" val="#wm#"/>
  <p:tag name="KSO_WM_TAG_VERSION" val="3.0"/>
</p:tagLst>
</file>

<file path=ppt/tags/tag350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351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352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5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54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55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56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57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58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59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60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</p:tagLst>
</file>

<file path=ppt/tags/tag361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62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363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64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65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366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367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368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369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</p:tagLst>
</file>

<file path=ppt/tags/tag370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371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372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373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374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375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376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377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378.xml><?xml version="1.0" encoding="utf-8"?>
<p:tagLst xmlns:p="http://schemas.openxmlformats.org/presentationml/2006/main">
  <p:tag name="KSO_WM_UNIT_TYPE" val="i"/>
  <p:tag name="KSO_WM_UNIT_INDEX" val="29"/>
  <p:tag name="KSO_WM_BEAUTIFY_FLAG" val="#wm#"/>
  <p:tag name="KSO_WM_TAG_VERSION" val="3.0"/>
</p:tagLst>
</file>

<file path=ppt/tags/tag379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380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381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382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383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384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385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386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387.xml><?xml version="1.0" encoding="utf-8"?>
<p:tagLst xmlns:p="http://schemas.openxmlformats.org/presentationml/2006/main">
  <p:tag name="KSO_WM_UNIT_TYPE" val="i"/>
  <p:tag name="KSO_WM_UNIT_INDEX" val="39"/>
  <p:tag name="KSO_WM_BEAUTIFY_FLAG" val="#wm#"/>
  <p:tag name="KSO_WM_TAG_VERSION" val="3.0"/>
</p:tagLst>
</file>

<file path=ppt/tags/tag388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389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390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391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392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393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394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395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396.xml><?xml version="1.0" encoding="utf-8"?>
<p:tagLst xmlns:p="http://schemas.openxmlformats.org/presentationml/2006/main">
  <p:tag name="KSO_WM_UNIT_TYPE" val="i"/>
  <p:tag name="KSO_WM_UNIT_INDEX" val="49"/>
  <p:tag name="KSO_WM_BEAUTIFY_FLAG" val="#wm#"/>
  <p:tag name="KSO_WM_TAG_VERSION" val="3.0"/>
</p:tagLst>
</file>

<file path=ppt/tags/tag397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398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</p:tagLst>
</file>

<file path=ppt/tags/tag399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400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401.xml><?xml version="1.0" encoding="utf-8"?>
<p:tagLst xmlns:p="http://schemas.openxmlformats.org/presentationml/2006/main">
  <p:tag name="KSO_WM_UNIT_TYPE" val="i"/>
  <p:tag name="KSO_WM_UNIT_INDEX" val="56"/>
  <p:tag name="KSO_WM_BEAUTIFY_FLAG" val="#wm#"/>
  <p:tag name="KSO_WM_TAG_VERSION" val="3.0"/>
</p:tagLst>
</file>

<file path=ppt/tags/tag402.xml><?xml version="1.0" encoding="utf-8"?>
<p:tagLst xmlns:p="http://schemas.openxmlformats.org/presentationml/2006/main">
  <p:tag name="KSO_WM_UNIT_TYPE" val="i"/>
  <p:tag name="KSO_WM_UNIT_INDEX" val="58"/>
  <p:tag name="KSO_WM_BEAUTIFY_FLAG" val="#wm#"/>
  <p:tag name="KSO_WM_TAG_VERSION" val="3.0"/>
</p:tagLst>
</file>

<file path=ppt/tags/tag403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404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405.xml><?xml version="1.0" encoding="utf-8"?>
<p:tagLst xmlns:p="http://schemas.openxmlformats.org/presentationml/2006/main">
  <p:tag name="KSO_WM_UNIT_TYPE" val="i"/>
  <p:tag name="KSO_WM_UNIT_INDEX" val="60"/>
  <p:tag name="KSO_WM_BEAUTIFY_FLAG" val="#wm#"/>
  <p:tag name="KSO_WM_TAG_VERSION" val="3.0"/>
</p:tagLst>
</file>

<file path=ppt/tags/tag406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407.xml><?xml version="1.0" encoding="utf-8"?>
<p:tagLst xmlns:p="http://schemas.openxmlformats.org/presentationml/2006/main">
  <p:tag name="KSO_WM_UNIT_TYPE" val="f"/>
  <p:tag name="KSO_WM_UNIT_INDEX" val="29"/>
  <p:tag name="KSO_WM_BEAUTIFY_FLAG" val="#wm#"/>
  <p:tag name="KSO_WM_TAG_VERSION" val="3.0"/>
</p:tagLst>
</file>

<file path=ppt/tags/tag408.xml><?xml version="1.0" encoding="utf-8"?>
<p:tagLst xmlns:p="http://schemas.openxmlformats.org/presentationml/2006/main">
  <p:tag name="KSO_WM_UNIT_TYPE" val="i"/>
  <p:tag name="KSO_WM_UNIT_INDEX" val="62"/>
  <p:tag name="KSO_WM_BEAUTIFY_FLAG" val="#wm#"/>
  <p:tag name="KSO_WM_TAG_VERSION" val="3.0"/>
</p:tagLst>
</file>

<file path=ppt/tags/tag409.xml><?xml version="1.0" encoding="utf-8"?>
<p:tagLst xmlns:p="http://schemas.openxmlformats.org/presentationml/2006/main">
  <p:tag name="KSO_WM_UNIT_TYPE" val="i"/>
  <p:tag name="KSO_WM_UNIT_INDEX" val="64"/>
  <p:tag name="KSO_WM_BEAUTIFY_FLAG" val="#wm#"/>
  <p:tag name="KSO_WM_TAG_VERSION" val="3.0"/>
</p:tagLst>
</file>

<file path=ppt/tags/tag410.xml><?xml version="1.0" encoding="utf-8"?>
<p:tagLst xmlns:p="http://schemas.openxmlformats.org/presentationml/2006/main">
  <p:tag name="KSO_WM_UNIT_TYPE" val="f"/>
  <p:tag name="KSO_WM_UNIT_INDEX" val="30"/>
  <p:tag name="KSO_WM_BEAUTIFY_FLAG" val="#wm#"/>
  <p:tag name="KSO_WM_TAG_VERSION" val="3.0"/>
</p:tagLst>
</file>

<file path=ppt/tags/tag411.xml><?xml version="1.0" encoding="utf-8"?>
<p:tagLst xmlns:p="http://schemas.openxmlformats.org/presentationml/2006/main">
  <p:tag name="KSO_WM_UNIT_TYPE" val="f"/>
  <p:tag name="KSO_WM_UNIT_INDEX" val="31"/>
  <p:tag name="KSO_WM_BEAUTIFY_FLAG" val="#wm#"/>
  <p:tag name="KSO_WM_TAG_VERSION" val="3.0"/>
</p:tagLst>
</file>

<file path=ppt/tags/tag412.xml><?xml version="1.0" encoding="utf-8"?>
<p:tagLst xmlns:p="http://schemas.openxmlformats.org/presentationml/2006/main">
  <p:tag name="KSO_WM_UNIT_TYPE" val="i"/>
  <p:tag name="KSO_WM_UNIT_INDEX" val="66"/>
  <p:tag name="KSO_WM_BEAUTIFY_FLAG" val="#wm#"/>
  <p:tag name="KSO_WM_TAG_VERSION" val="3.0"/>
</p:tagLst>
</file>

<file path=ppt/tags/tag413.xml><?xml version="1.0" encoding="utf-8"?>
<p:tagLst xmlns:p="http://schemas.openxmlformats.org/presentationml/2006/main">
  <p:tag name="KSO_WM_UNIT_TYPE" val="f"/>
  <p:tag name="KSO_WM_UNIT_INDEX" val="32"/>
  <p:tag name="KSO_WM_BEAUTIFY_FLAG" val="#wm#"/>
  <p:tag name="KSO_WM_TAG_VERSION" val="3.0"/>
</p:tagLst>
</file>

<file path=ppt/tags/tag414.xml><?xml version="1.0" encoding="utf-8"?>
<p:tagLst xmlns:p="http://schemas.openxmlformats.org/presentationml/2006/main">
  <p:tag name="KSO_WM_UNIT_TYPE" val="f"/>
  <p:tag name="KSO_WM_UNIT_INDEX" val="33"/>
  <p:tag name="KSO_WM_BEAUTIFY_FLAG" val="#wm#"/>
  <p:tag name="KSO_WM_TAG_VERSION" val="3.0"/>
</p:tagLst>
</file>

<file path=ppt/tags/tag415.xml><?xml version="1.0" encoding="utf-8"?>
<p:tagLst xmlns:p="http://schemas.openxmlformats.org/presentationml/2006/main">
  <p:tag name="KSO_WM_UNIT_TYPE" val="f"/>
  <p:tag name="KSO_WM_UNIT_INDEX" val="34"/>
  <p:tag name="KSO_WM_BEAUTIFY_FLAG" val="#wm#"/>
  <p:tag name="KSO_WM_TAG_VERSION" val="3.0"/>
</p:tagLst>
</file>

<file path=ppt/tags/tag416.xml><?xml version="1.0" encoding="utf-8"?>
<p:tagLst xmlns:p="http://schemas.openxmlformats.org/presentationml/2006/main">
  <p:tag name="KSO_WM_UNIT_TYPE" val="i"/>
  <p:tag name="KSO_WM_UNIT_INDEX" val="68"/>
  <p:tag name="KSO_WM_BEAUTIFY_FLAG" val="#wm#"/>
  <p:tag name="KSO_WM_TAG_VERSION" val="3.0"/>
</p:tagLst>
</file>

<file path=ppt/tags/tag417.xml><?xml version="1.0" encoding="utf-8"?>
<p:tagLst xmlns:p="http://schemas.openxmlformats.org/presentationml/2006/main">
  <p:tag name="KSO_WM_UNIT_TYPE" val="i"/>
  <p:tag name="KSO_WM_UNIT_INDEX" val="70"/>
  <p:tag name="KSO_WM_BEAUTIFY_FLAG" val="#wm#"/>
  <p:tag name="KSO_WM_TAG_VERSION" val="3.0"/>
</p:tagLst>
</file>

<file path=ppt/tags/tag418.xml><?xml version="1.0" encoding="utf-8"?>
<p:tagLst xmlns:p="http://schemas.openxmlformats.org/presentationml/2006/main">
  <p:tag name="KSO_WM_UNIT_TYPE" val="f"/>
  <p:tag name="KSO_WM_UNIT_INDEX" val="35"/>
  <p:tag name="KSO_WM_BEAUTIFY_FLAG" val="#wm#"/>
  <p:tag name="KSO_WM_TAG_VERSION" val="3.0"/>
</p:tagLst>
</file>

<file path=ppt/tags/tag419.xml><?xml version="1.0" encoding="utf-8"?>
<p:tagLst xmlns:p="http://schemas.openxmlformats.org/presentationml/2006/main">
  <p:tag name="KSO_WM_UNIT_TYPE" val="f"/>
  <p:tag name="KSO_WM_UNIT_INDEX" val="36"/>
  <p:tag name="KSO_WM_BEAUTIFY_FLAG" val="#wm#"/>
  <p:tag name="KSO_WM_TAG_VERSION" val="3.0"/>
</p:tagLst>
</file>

<file path=ppt/tags/tag420.xml><?xml version="1.0" encoding="utf-8"?>
<p:tagLst xmlns:p="http://schemas.openxmlformats.org/presentationml/2006/main">
  <p:tag name="KSO_WM_UNIT_TYPE" val="i"/>
  <p:tag name="KSO_WM_UNIT_INDEX" val="72"/>
  <p:tag name="KSO_WM_BEAUTIFY_FLAG" val="#wm#"/>
  <p:tag name="KSO_WM_TAG_VERSION" val="3.0"/>
</p:tagLst>
</file>

<file path=ppt/tags/tag421.xml><?xml version="1.0" encoding="utf-8"?>
<p:tagLst xmlns:p="http://schemas.openxmlformats.org/presentationml/2006/main">
  <p:tag name="KSO_WM_UNIT_TYPE" val="i"/>
  <p:tag name="KSO_WM_UNIT_INDEX" val="74"/>
  <p:tag name="KSO_WM_BEAUTIFY_FLAG" val="#wm#"/>
  <p:tag name="KSO_WM_TAG_VERSION" val="3.0"/>
</p:tagLst>
</file>

<file path=ppt/tags/tag422.xml><?xml version="1.0" encoding="utf-8"?>
<p:tagLst xmlns:p="http://schemas.openxmlformats.org/presentationml/2006/main">
  <p:tag name="KSO_WM_UNIT_TYPE" val="f"/>
  <p:tag name="KSO_WM_UNIT_INDEX" val="37"/>
  <p:tag name="KSO_WM_BEAUTIFY_FLAG" val="#wm#"/>
  <p:tag name="KSO_WM_TAG_VERSION" val="3.0"/>
</p:tagLst>
</file>

<file path=ppt/tags/tag423.xml><?xml version="1.0" encoding="utf-8"?>
<p:tagLst xmlns:p="http://schemas.openxmlformats.org/presentationml/2006/main">
  <p:tag name="KSO_WM_UNIT_TYPE" val="f"/>
  <p:tag name="KSO_WM_UNIT_INDEX" val="38"/>
  <p:tag name="KSO_WM_BEAUTIFY_FLAG" val="#wm#"/>
  <p:tag name="KSO_WM_TAG_VERSION" val="3.0"/>
</p:tagLst>
</file>

<file path=ppt/tags/tag424.xml><?xml version="1.0" encoding="utf-8"?>
<p:tagLst xmlns:p="http://schemas.openxmlformats.org/presentationml/2006/main">
  <p:tag name="KSO_WM_UNIT_TYPE" val="i"/>
  <p:tag name="KSO_WM_UNIT_INDEX" val="76"/>
  <p:tag name="KSO_WM_BEAUTIFY_FLAG" val="#wm#"/>
  <p:tag name="KSO_WM_TAG_VERSION" val="3.0"/>
</p:tagLst>
</file>

<file path=ppt/tags/tag425.xml><?xml version="1.0" encoding="utf-8"?>
<p:tagLst xmlns:p="http://schemas.openxmlformats.org/presentationml/2006/main">
  <p:tag name="KSO_WM_UNIT_TYPE" val="i"/>
  <p:tag name="KSO_WM_UNIT_INDEX" val="78"/>
  <p:tag name="KSO_WM_BEAUTIFY_FLAG" val="#wm#"/>
  <p:tag name="KSO_WM_TAG_VERSION" val="3.0"/>
</p:tagLst>
</file>

<file path=ppt/tags/tag426.xml><?xml version="1.0" encoding="utf-8"?>
<p:tagLst xmlns:p="http://schemas.openxmlformats.org/presentationml/2006/main">
  <p:tag name="KSO_WM_UNIT_TYPE" val="f"/>
  <p:tag name="KSO_WM_UNIT_INDEX" val="39"/>
  <p:tag name="KSO_WM_BEAUTIFY_FLAG" val="#wm#"/>
  <p:tag name="KSO_WM_TAG_VERSION" val="3.0"/>
</p:tagLst>
</file>

<file path=ppt/tags/tag427.xml><?xml version="1.0" encoding="utf-8"?>
<p:tagLst xmlns:p="http://schemas.openxmlformats.org/presentationml/2006/main">
  <p:tag name="KSO_WM_UNIT_TYPE" val="f"/>
  <p:tag name="KSO_WM_UNIT_INDEX" val="40"/>
  <p:tag name="KSO_WM_BEAUTIFY_FLAG" val="#wm#"/>
  <p:tag name="KSO_WM_TAG_VERSION" val="3.0"/>
</p:tagLst>
</file>

<file path=ppt/tags/tag428.xml><?xml version="1.0" encoding="utf-8"?>
<p:tagLst xmlns:p="http://schemas.openxmlformats.org/presentationml/2006/main">
  <p:tag name="KSO_WM_UNIT_TYPE" val="i"/>
  <p:tag name="KSO_WM_UNIT_INDEX" val="80"/>
  <p:tag name="KSO_WM_BEAUTIFY_FLAG" val="#wm#"/>
  <p:tag name="KSO_WM_TAG_VERSION" val="3.0"/>
</p:tagLst>
</file>

<file path=ppt/tags/tag429.xml><?xml version="1.0" encoding="utf-8"?>
<p:tagLst xmlns:p="http://schemas.openxmlformats.org/presentationml/2006/main">
  <p:tag name="KSO_WM_UNIT_TYPE" val="i"/>
  <p:tag name="KSO_WM_UNIT_INDEX" val="82"/>
  <p:tag name="KSO_WM_BEAUTIFY_FLAG" val="#wm#"/>
  <p:tag name="KSO_WM_TAG_VERSION" val="3.0"/>
</p:tagLst>
</file>

<file path=ppt/tags/tag430.xml><?xml version="1.0" encoding="utf-8"?>
<p:tagLst xmlns:p="http://schemas.openxmlformats.org/presentationml/2006/main">
  <p:tag name="KSO_WM_UNIT_TYPE" val="f"/>
  <p:tag name="KSO_WM_UNIT_INDEX" val="41"/>
  <p:tag name="KSO_WM_BEAUTIFY_FLAG" val="#wm#"/>
  <p:tag name="KSO_WM_TAG_VERSION" val="3.0"/>
</p:tagLst>
</file>

<file path=ppt/tags/tag431.xml><?xml version="1.0" encoding="utf-8"?>
<p:tagLst xmlns:p="http://schemas.openxmlformats.org/presentationml/2006/main">
  <p:tag name="KSO_WM_UNIT_TYPE" val="f"/>
  <p:tag name="KSO_WM_UNIT_INDEX" val="42"/>
  <p:tag name="KSO_WM_BEAUTIFY_FLAG" val="#wm#"/>
  <p:tag name="KSO_WM_TAG_VERSION" val="3.0"/>
</p:tagLst>
</file>

<file path=ppt/tags/tag432.xml><?xml version="1.0" encoding="utf-8"?>
<p:tagLst xmlns:p="http://schemas.openxmlformats.org/presentationml/2006/main">
  <p:tag name="KSO_WM_UNIT_TYPE" val="i"/>
  <p:tag name="KSO_WM_UNIT_INDEX" val="84"/>
  <p:tag name="KSO_WM_BEAUTIFY_FLAG" val="#wm#"/>
  <p:tag name="KSO_WM_TAG_VERSION" val="3.0"/>
</p:tagLst>
</file>

<file path=ppt/tags/tag433.xml><?xml version="1.0" encoding="utf-8"?>
<p:tagLst xmlns:p="http://schemas.openxmlformats.org/presentationml/2006/main">
  <p:tag name="KSO_WM_UNIT_TYPE" val="i"/>
  <p:tag name="KSO_WM_UNIT_INDEX" val="86"/>
  <p:tag name="KSO_WM_BEAUTIFY_FLAG" val="#wm#"/>
  <p:tag name="KSO_WM_TAG_VERSION" val="3.0"/>
</p:tagLst>
</file>

<file path=ppt/tags/tag434.xml><?xml version="1.0" encoding="utf-8"?>
<p:tagLst xmlns:p="http://schemas.openxmlformats.org/presentationml/2006/main">
  <p:tag name="KSO_WM_UNIT_TYPE" val="f"/>
  <p:tag name="KSO_WM_UNIT_INDEX" val="43"/>
  <p:tag name="KSO_WM_BEAUTIFY_FLAG" val="#wm#"/>
  <p:tag name="KSO_WM_TAG_VERSION" val="3.0"/>
</p:tagLst>
</file>

<file path=ppt/tags/tag435.xml><?xml version="1.0" encoding="utf-8"?>
<p:tagLst xmlns:p="http://schemas.openxmlformats.org/presentationml/2006/main">
  <p:tag name="KSO_WM_UNIT_TYPE" val="f"/>
  <p:tag name="KSO_WM_UNIT_INDEX" val="44"/>
  <p:tag name="KSO_WM_BEAUTIFY_FLAG" val="#wm#"/>
  <p:tag name="KSO_WM_TAG_VERSION" val="3.0"/>
</p:tagLst>
</file>

<file path=ppt/tags/tag436.xml><?xml version="1.0" encoding="utf-8"?>
<p:tagLst xmlns:p="http://schemas.openxmlformats.org/presentationml/2006/main">
  <p:tag name="KSO_WM_UNIT_TYPE" val="i"/>
  <p:tag name="KSO_WM_UNIT_INDEX" val="88"/>
  <p:tag name="KSO_WM_BEAUTIFY_FLAG" val="#wm#"/>
  <p:tag name="KSO_WM_TAG_VERSION" val="3.0"/>
</p:tagLst>
</file>

<file path=ppt/tags/tag437.xml><?xml version="1.0" encoding="utf-8"?>
<p:tagLst xmlns:p="http://schemas.openxmlformats.org/presentationml/2006/main">
  <p:tag name="KSO_WM_UNIT_TYPE" val="f"/>
  <p:tag name="KSO_WM_UNIT_INDEX" val="45"/>
  <p:tag name="KSO_WM_BEAUTIFY_FLAG" val="#wm#"/>
  <p:tag name="KSO_WM_TAG_VERSION" val="3.0"/>
</p:tagLst>
</file>

<file path=ppt/tags/tag438.xml><?xml version="1.0" encoding="utf-8"?>
<p:tagLst xmlns:p="http://schemas.openxmlformats.org/presentationml/2006/main">
  <p:tag name="KSO_WM_UNIT_TYPE" val="f"/>
  <p:tag name="KSO_WM_UNIT_INDEX" val="46"/>
  <p:tag name="KSO_WM_BEAUTIFY_FLAG" val="#wm#"/>
  <p:tag name="KSO_WM_TAG_VERSION" val="3.0"/>
</p:tagLst>
</file>

<file path=ppt/tags/tag439.xml><?xml version="1.0" encoding="utf-8"?>
<p:tagLst xmlns:p="http://schemas.openxmlformats.org/presentationml/2006/main">
  <p:tag name="KSO_WM_UNIT_TYPE" val="i"/>
  <p:tag name="KSO_WM_UNIT_INDEX" val="90"/>
  <p:tag name="KSO_WM_BEAUTIFY_FLAG" val="#wm#"/>
  <p:tag name="KSO_WM_TAG_VERSION" val="3.0"/>
</p:tagLst>
</file>

<file path=ppt/tags/tag440.xml><?xml version="1.0" encoding="utf-8"?>
<p:tagLst xmlns:p="http://schemas.openxmlformats.org/presentationml/2006/main">
  <p:tag name="KSO_WM_UNIT_TYPE" val="f"/>
  <p:tag name="KSO_WM_UNIT_INDEX" val="47"/>
  <p:tag name="KSO_WM_BEAUTIFY_FLAG" val="#wm#"/>
  <p:tag name="KSO_WM_TAG_VERSION" val="3.0"/>
</p:tagLst>
</file>

<file path=ppt/tags/tag441.xml><?xml version="1.0" encoding="utf-8"?>
<p:tagLst xmlns:p="http://schemas.openxmlformats.org/presentationml/2006/main">
  <p:tag name="KSO_WM_UNIT_TYPE" val="i"/>
  <p:tag name="KSO_WM_UNIT_INDEX" val="92"/>
  <p:tag name="KSO_WM_BEAUTIFY_FLAG" val="#wm#"/>
  <p:tag name="KSO_WM_TAG_VERSION" val="3.0"/>
</p:tagLst>
</file>

<file path=ppt/tags/tag442.xml><?xml version="1.0" encoding="utf-8"?>
<p:tagLst xmlns:p="http://schemas.openxmlformats.org/presentationml/2006/main">
  <p:tag name="KSO_WM_UNIT_TYPE" val="f"/>
  <p:tag name="KSO_WM_UNIT_INDEX" val="48"/>
  <p:tag name="KSO_WM_BEAUTIFY_FLAG" val="#wm#"/>
  <p:tag name="KSO_WM_TAG_VERSION" val="3.0"/>
</p:tagLst>
</file>

<file path=ppt/tags/tag443.xml><?xml version="1.0" encoding="utf-8"?>
<p:tagLst xmlns:p="http://schemas.openxmlformats.org/presentationml/2006/main">
  <p:tag name="KSO_WM_UNIT_TYPE" val="i"/>
  <p:tag name="KSO_WM_UNIT_INDEX" val="94"/>
  <p:tag name="KSO_WM_BEAUTIFY_FLAG" val="#wm#"/>
  <p:tag name="KSO_WM_TAG_VERSION" val="3.0"/>
</p:tagLst>
</file>

<file path=ppt/tags/tag444.xml><?xml version="1.0" encoding="utf-8"?>
<p:tagLst xmlns:p="http://schemas.openxmlformats.org/presentationml/2006/main">
  <p:tag name="KSO_WM_UNIT_TYPE" val="f"/>
  <p:tag name="KSO_WM_UNIT_INDEX" val="49"/>
  <p:tag name="KSO_WM_BEAUTIFY_FLAG" val="#wm#"/>
  <p:tag name="KSO_WM_TAG_VERSION" val="3.0"/>
</p:tagLst>
</file>

<file path=ppt/tags/tag44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4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4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4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449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450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  <p:tag name="TABLE_ENDDRAG_ORIGIN_RECT" val="906*408"/>
  <p:tag name="TABLE_ENDDRAG_RECT" val="22*100*906*408"/>
</p:tagLst>
</file>

<file path=ppt/tags/tag45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5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45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454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</p:tagLst>
</file>

<file path=ppt/tags/tag455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45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57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458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59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460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461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462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463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464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465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466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467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468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469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470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471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472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473.xml><?xml version="1.0" encoding="utf-8"?>
<p:tagLst xmlns:p="http://schemas.openxmlformats.org/presentationml/2006/main">
  <p:tag name="KSO_WM_UNIT_TYPE" val="i"/>
  <p:tag name="KSO_WM_UNIT_INDEX" val="27"/>
  <p:tag name="KSO_WM_BEAUTIFY_FLAG" val="#wm#"/>
  <p:tag name="KSO_WM_TAG_VERSION" val="3.0"/>
</p:tagLst>
</file>

<file path=ppt/tags/tag474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475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476.xml><?xml version="1.0" encoding="utf-8"?>
<p:tagLst xmlns:p="http://schemas.openxmlformats.org/presentationml/2006/main">
  <p:tag name="KSO_WM_UNIT_TYPE" val="i"/>
  <p:tag name="KSO_WM_UNIT_INDEX" val="31"/>
  <p:tag name="KSO_WM_BEAUTIFY_FLAG" val="#wm#"/>
  <p:tag name="KSO_WM_TAG_VERSION" val="3.0"/>
</p:tagLst>
</file>

<file path=ppt/tags/tag477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478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479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480.xml><?xml version="1.0" encoding="utf-8"?>
<p:tagLst xmlns:p="http://schemas.openxmlformats.org/presentationml/2006/main">
  <p:tag name="KSO_WM_UNIT_TYPE" val="i"/>
  <p:tag name="KSO_WM_UNIT_INDEX" val="37"/>
  <p:tag name="KSO_WM_BEAUTIFY_FLAG" val="#wm#"/>
  <p:tag name="KSO_WM_TAG_VERSION" val="3.0"/>
</p:tagLst>
</file>

<file path=ppt/tags/tag481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482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483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484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485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</p:tagLst>
</file>

<file path=ppt/tags/tag486.xml><?xml version="1.0" encoding="utf-8"?>
<p:tagLst xmlns:p="http://schemas.openxmlformats.org/presentationml/2006/main">
  <p:tag name="KSO_WM_UNIT_TYPE" val="i"/>
  <p:tag name="KSO_WM_UNIT_INDEX" val="43"/>
  <p:tag name="KSO_WM_BEAUTIFY_FLAG" val="#wm#"/>
  <p:tag name="KSO_WM_TAG_VERSION" val="3.0"/>
</p:tagLst>
</file>

<file path=ppt/tags/tag487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488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489.xml><?xml version="1.0" encoding="utf-8"?>
<p:tagLst xmlns:p="http://schemas.openxmlformats.org/presentationml/2006/main">
  <p:tag name="KSO_WM_UNIT_TYPE" val="i"/>
  <p:tag name="KSO_WM_UNIT_INDEX" val="47"/>
  <p:tag name="KSO_WM_BEAUTIFY_FLAG" val="#wm#"/>
  <p:tag name="KSO_WM_TAG_VERSION" val="3.0"/>
</p:tagLst>
</file>

<file path=ppt/tags/tag490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491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49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93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94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9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496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497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498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499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500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501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502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503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504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505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506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507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508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509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510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511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512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513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514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515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516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517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518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519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520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521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522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523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524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525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526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527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528.xml><?xml version="1.0" encoding="utf-8"?>
<p:tagLst xmlns:p="http://schemas.openxmlformats.org/presentationml/2006/main">
  <p:tag name="KSO_WM_UNIT_TYPE" val="d"/>
  <p:tag name="KSO_WM_UNIT_INDEX" val="2"/>
  <p:tag name="KSO_WM_BEAUTIFY_FLAG" val="#wm#"/>
  <p:tag name="KSO_WM_TAG_VERSION" val="3.0"/>
</p:tagLst>
</file>

<file path=ppt/tags/tag529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530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531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532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533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534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535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536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537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538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539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540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541.xml><?xml version="1.0" encoding="utf-8"?>
<p:tagLst xmlns:p="http://schemas.openxmlformats.org/presentationml/2006/main">
  <p:tag name="KSO_WM_UNIT_TYPE" val="d"/>
  <p:tag name="KSO_WM_UNIT_INDEX" val="3"/>
  <p:tag name="KSO_WM_BEAUTIFY_FLAG" val="#wm#"/>
  <p:tag name="KSO_WM_TAG_VERSION" val="3.0"/>
</p:tagLst>
</file>

<file path=ppt/tags/tag542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543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54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545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546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547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548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549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550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551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552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553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554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555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556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557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558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</p:tagLst>
</file>

<file path=ppt/tags/tag559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560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561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562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563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564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565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566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567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568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569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570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571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572.xml><?xml version="1.0" encoding="utf-8"?>
<p:tagLst xmlns:p="http://schemas.openxmlformats.org/presentationml/2006/main">
  <p:tag name="KSO_WM_UNIT_TYPE" val="i"/>
  <p:tag name="KSO_WM_UNIT_INDEX" val="27"/>
  <p:tag name="KSO_WM_BEAUTIFY_FLAG" val="#wm#"/>
  <p:tag name="KSO_WM_TAG_VERSION" val="3.0"/>
</p:tagLst>
</file>

<file path=ppt/tags/tag573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574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575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576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577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578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579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580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581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582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583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584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585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586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587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588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589.xml><?xml version="1.0" encoding="utf-8"?>
<p:tagLst xmlns:p="http://schemas.openxmlformats.org/presentationml/2006/main">
  <p:tag name="KSO_WM_UNIT_TYPE" val="i"/>
  <p:tag name="KSO_WM_UNIT_INDEX" val="41"/>
  <p:tag name="KSO_WM_BEAUTIFY_FLAG" val="#wm#"/>
  <p:tag name="KSO_WM_TAG_VERSION" val="3.0"/>
</p:tagLst>
</file>

<file path=ppt/tags/tag590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591.xml><?xml version="1.0" encoding="utf-8"?>
<p:tagLst xmlns:p="http://schemas.openxmlformats.org/presentationml/2006/main">
  <p:tag name="KSO_WM_UNIT_TYPE" val="f"/>
  <p:tag name="KSO_WM_UNIT_INDEX" val="29"/>
  <p:tag name="KSO_WM_BEAUTIFY_FLAG" val="#wm#"/>
  <p:tag name="KSO_WM_TAG_VERSION" val="3.0"/>
</p:tagLst>
</file>

<file path=ppt/tags/tag592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593.xml><?xml version="1.0" encoding="utf-8"?>
<p:tagLst xmlns:p="http://schemas.openxmlformats.org/presentationml/2006/main">
  <p:tag name="KSO_WM_UNIT_TYPE" val="f"/>
  <p:tag name="KSO_WM_UNIT_INDEX" val="30"/>
  <p:tag name="KSO_WM_BEAUTIFY_FLAG" val="#wm#"/>
  <p:tag name="KSO_WM_TAG_VERSION" val="3.0"/>
</p:tagLst>
</file>

<file path=ppt/tags/tag594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595.xml><?xml version="1.0" encoding="utf-8"?>
<p:tagLst xmlns:p="http://schemas.openxmlformats.org/presentationml/2006/main">
  <p:tag name="KSO_WM_UNIT_TYPE" val="f"/>
  <p:tag name="KSO_WM_UNIT_INDEX" val="31"/>
  <p:tag name="KSO_WM_BEAUTIFY_FLAG" val="#wm#"/>
  <p:tag name="KSO_WM_TAG_VERSION" val="3.0"/>
</p:tagLst>
</file>

<file path=ppt/tags/tag596.xml><?xml version="1.0" encoding="utf-8"?>
<p:tagLst xmlns:p="http://schemas.openxmlformats.org/presentationml/2006/main">
  <p:tag name="KSO_WM_UNIT_TYPE" val="f"/>
  <p:tag name="KSO_WM_UNIT_INDEX" val="32"/>
  <p:tag name="KSO_WM_BEAUTIFY_FLAG" val="#wm#"/>
  <p:tag name="KSO_WM_TAG_VERSION" val="3.0"/>
</p:tagLst>
</file>

<file path=ppt/tags/tag597.xml><?xml version="1.0" encoding="utf-8"?>
<p:tagLst xmlns:p="http://schemas.openxmlformats.org/presentationml/2006/main">
  <p:tag name="KSO_WM_UNIT_TYPE" val="f"/>
  <p:tag name="KSO_WM_UNIT_INDEX" val="33"/>
  <p:tag name="KSO_WM_BEAUTIFY_FLAG" val="#wm#"/>
  <p:tag name="KSO_WM_TAG_VERSION" val="3.0"/>
</p:tagLst>
</file>

<file path=ppt/tags/tag598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599.xml><?xml version="1.0" encoding="utf-8"?>
<p:tagLst xmlns:p="http://schemas.openxmlformats.org/presentationml/2006/main">
  <p:tag name="KSO_WM_UNIT_TYPE" val="f"/>
  <p:tag name="KSO_WM_UNIT_INDEX" val="34"/>
  <p:tag name="KSO_WM_BEAUTIFY_FLAG" val="#wm#"/>
  <p:tag name="KSO_WM_TAG_VERSION" val="3.0"/>
</p:tagLst>
</file>

<file path=ppt/tags/tag600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</p:tagLst>
</file>

<file path=ppt/tags/tag601.xml><?xml version="1.0" encoding="utf-8"?>
<p:tagLst xmlns:p="http://schemas.openxmlformats.org/presentationml/2006/main">
  <p:tag name="KSO_WM_UNIT_TYPE" val="f"/>
  <p:tag name="KSO_WM_UNIT_INDEX" val="35"/>
  <p:tag name="KSO_WM_BEAUTIFY_FLAG" val="#wm#"/>
  <p:tag name="KSO_WM_TAG_VERSION" val="3.0"/>
</p:tagLst>
</file>

<file path=ppt/tags/tag602.xml><?xml version="1.0" encoding="utf-8"?>
<p:tagLst xmlns:p="http://schemas.openxmlformats.org/presentationml/2006/main">
  <p:tag name="KSO_WM_UNIT_TYPE" val="f"/>
  <p:tag name="KSO_WM_UNIT_INDEX" val="36"/>
  <p:tag name="KSO_WM_BEAUTIFY_FLAG" val="#wm#"/>
  <p:tag name="KSO_WM_TAG_VERSION" val="3.0"/>
</p:tagLst>
</file>

<file path=ppt/tags/tag603.xml><?xml version="1.0" encoding="utf-8"?>
<p:tagLst xmlns:p="http://schemas.openxmlformats.org/presentationml/2006/main">
  <p:tag name="KSO_WM_UNIT_TYPE" val="f"/>
  <p:tag name="KSO_WM_UNIT_INDEX" val="37"/>
  <p:tag name="KSO_WM_BEAUTIFY_FLAG" val="#wm#"/>
  <p:tag name="KSO_WM_TAG_VERSION" val="3.0"/>
</p:tagLst>
</file>

<file path=ppt/tags/tag604.xml><?xml version="1.0" encoding="utf-8"?>
<p:tagLst xmlns:p="http://schemas.openxmlformats.org/presentationml/2006/main">
  <p:tag name="KSO_WM_UNIT_TYPE" val="f"/>
  <p:tag name="KSO_WM_UNIT_INDEX" val="38"/>
  <p:tag name="KSO_WM_BEAUTIFY_FLAG" val="#wm#"/>
  <p:tag name="KSO_WM_TAG_VERSION" val="3.0"/>
</p:tagLst>
</file>

<file path=ppt/tags/tag605.xml><?xml version="1.0" encoding="utf-8"?>
<p:tagLst xmlns:p="http://schemas.openxmlformats.org/presentationml/2006/main">
  <p:tag name="KSO_WM_UNIT_TYPE" val="f"/>
  <p:tag name="KSO_WM_UNIT_INDEX" val="39"/>
  <p:tag name="KSO_WM_BEAUTIFY_FLAG" val="#wm#"/>
  <p:tag name="KSO_WM_TAG_VERSION" val="3.0"/>
</p:tagLst>
</file>

<file path=ppt/tags/tag606.xml><?xml version="1.0" encoding="utf-8"?>
<p:tagLst xmlns:p="http://schemas.openxmlformats.org/presentationml/2006/main">
  <p:tag name="KSO_WM_UNIT_TYPE" val="f"/>
  <p:tag name="KSO_WM_UNIT_INDEX" val="40"/>
  <p:tag name="KSO_WM_BEAUTIFY_FLAG" val="#wm#"/>
  <p:tag name="KSO_WM_TAG_VERSION" val="3.0"/>
</p:tagLst>
</file>

<file path=ppt/tags/tag607.xml><?xml version="1.0" encoding="utf-8"?>
<p:tagLst xmlns:p="http://schemas.openxmlformats.org/presentationml/2006/main">
  <p:tag name="KSO_WM_UNIT_TYPE" val="f"/>
  <p:tag name="KSO_WM_UNIT_INDEX" val="41"/>
  <p:tag name="KSO_WM_BEAUTIFY_FLAG" val="#wm#"/>
  <p:tag name="KSO_WM_TAG_VERSION" val="3.0"/>
</p:tagLst>
</file>

<file path=ppt/tags/tag60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609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61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611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612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61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614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615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61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617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618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619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620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621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622.xml><?xml version="1.0" encoding="utf-8"?>
<p:tagLst xmlns:p="http://schemas.openxmlformats.org/presentationml/2006/main">
  <p:tag name="KSO_WM_UNIT_TYPE" val="d"/>
  <p:tag name="KSO_WM_UNIT_INDEX" val="2"/>
  <p:tag name="KSO_WM_BEAUTIFY_FLAG" val="#wm#"/>
  <p:tag name="KSO_WM_TAG_VERSION" val="3.0"/>
</p:tagLst>
</file>

<file path=ppt/tags/tag623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624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625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626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627.xml><?xml version="1.0" encoding="utf-8"?>
<p:tagLst xmlns:p="http://schemas.openxmlformats.org/presentationml/2006/main">
  <p:tag name="KSO_WM_UNIT_TYPE" val="d"/>
  <p:tag name="KSO_WM_UNIT_INDEX" val="3"/>
  <p:tag name="KSO_WM_BEAUTIFY_FLAG" val="#wm#"/>
  <p:tag name="KSO_WM_TAG_VERSION" val="3.0"/>
</p:tagLst>
</file>

<file path=ppt/tags/tag628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629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630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631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632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633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634.xml><?xml version="1.0" encoding="utf-8"?>
<p:tagLst xmlns:p="http://schemas.openxmlformats.org/presentationml/2006/main">
  <p:tag name="KSO_WM_UNIT_TYPE" val="d"/>
  <p:tag name="KSO_WM_UNIT_INDEX" val="4"/>
  <p:tag name="KSO_WM_BEAUTIFY_FLAG" val="#wm#"/>
  <p:tag name="KSO_WM_TAG_VERSION" val="3.0"/>
</p:tagLst>
</file>

<file path=ppt/tags/tag635.xml><?xml version="1.0" encoding="utf-8"?>
<p:tagLst xmlns:p="http://schemas.openxmlformats.org/presentationml/2006/main">
  <p:tag name="KSO_WM_UNIT_TYPE" val="f"/>
  <p:tag name="KSO_WM_UNIT_INDEX" val="29"/>
  <p:tag name="KSO_WM_BEAUTIFY_FLAG" val="#wm#"/>
  <p:tag name="KSO_WM_TAG_VERSION" val="3.0"/>
</p:tagLst>
</file>

<file path=ppt/tags/tag636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637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638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639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640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641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642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643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644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645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646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647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648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649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650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651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652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653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654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655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656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657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658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659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660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661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662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663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664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665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666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667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668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669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670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67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672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673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67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67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676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677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heme/theme1.xml><?xml version="1.0" encoding="utf-8"?>
<a:theme xmlns:a="http://schemas.openxmlformats.org/drawingml/2006/main" name="1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">
      <a:majorFont>
        <a:latin typeface="汉仪正圆-75W"/>
        <a:ea typeface="汉仪正圆-75W"/>
        <a:cs typeface=""/>
      </a:majorFont>
      <a:minorFont>
        <a:latin typeface="汉仪正圆-45W"/>
        <a:ea typeface="汉仪正圆-45W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4595</Words>
  <Application>WPS 演示</Application>
  <PresentationFormat>宽屏</PresentationFormat>
  <Paragraphs>844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9" baseType="lpstr">
      <vt:lpstr>Arial</vt:lpstr>
      <vt:lpstr>宋体</vt:lpstr>
      <vt:lpstr>Wingdings</vt:lpstr>
      <vt:lpstr>汉仪正圆-45W</vt:lpstr>
      <vt:lpstr>汉仪正圆-75W</vt:lpstr>
      <vt:lpstr>微软雅黑</vt:lpstr>
      <vt:lpstr>Arial Unicode MS</vt:lpstr>
      <vt:lpstr>汉仪正圆-45W</vt:lpstr>
      <vt:lpstr>Calibri</vt:lpstr>
      <vt:lpstr>华康行楷体 W5</vt:lpstr>
      <vt:lpstr>方正小标宋简体</vt:lpstr>
      <vt:lpstr>汉仪铸字美心体简</vt:lpstr>
      <vt:lpstr>方正兰亭黑简体</vt:lpstr>
      <vt:lpstr>1_WPS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夏天</cp:lastModifiedBy>
  <cp:revision>24</cp:revision>
  <dcterms:created xsi:type="dcterms:W3CDTF">2026-08-18T06:34:28Z</dcterms:created>
  <dcterms:modified xsi:type="dcterms:W3CDTF">2026-08-18T08:26:12Z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C0820B1DA7B743CEB1108EA069E053B5_13</vt:lpwstr>
  </property>
  <property fmtid="{D5CDD505-2E9C-101B-9397-08002B2CF9AE}" pid="4" name="intentionCode">
    <vt:lpwstr>wps_wpp_generate_html_ppt_doc</vt:lpwstr>
  </property>
  <property fmtid="{D5CDD505-2E9C-101B-9397-08002B2CF9AE}" pid="5" name="KSOAIPPTCode">
    <vt:lpwstr>pWs4vPLzm3MwSaGsPpjEWhGqPPnygpFXqKsPs7SjvSdhR2Q+e0ANSoLGXj/D0jVSNoE+WyZCSucgfNCevaHF1OFs2ZSXfhtIGLa8ZKWkXIs4iZFKnvoOrHzz1c/+R6E1YHQXHm/WAwSfEL646JHnTT9nTDIyU4eshj9juQPLQdC5+h/PacAUKR/ROCqA6nPEC71Dagqm9/p90tT0wpyBwNNfB4GLDFiSJ/geGEMHCGEs2tQd9E0ZndsRLx7JG8qpxyoT84J9ydVqKjvaDJCpLdudqblHId2G1C9I1UYlHc9VfmlssyfjpAMa5iDvYniknBOZck3XWRa6k8rup5Uflw==</vt:lpwstr>
  </property>
</Properties>
</file>